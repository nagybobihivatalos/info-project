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93198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7022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05026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2026. 02. 05.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86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2026. 02. 05.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24632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2026. 02. 05.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08159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2026. 02. 05.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121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2026. 02. 05.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80381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2026. 02. 05.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77549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2026. 02. 05.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7662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2026. 02. 05.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348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2026. 02. 05.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1556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2026. 02. 05.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63502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2026. 02. 05.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969166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2026. 02. 05.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8279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14102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DA003435-09ED-406B-919C-BA5C379DC48E}" type="datetimeFigureOut">
              <a:rPr lang="hu-HU" smtClean="0"/>
              <a:t>2026. 02. 05.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1144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03435-09ED-406B-919C-BA5C379DC48E}" type="datetimeFigureOut">
              <a:rPr lang="hu-HU" smtClean="0"/>
              <a:t>2026. 02. 05.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177460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obi-infoproject.vercel.app/szamitogep.html" TargetMode="External"/><Relationship Id="rId2" Type="http://schemas.openxmlformats.org/officeDocument/2006/relationships/hyperlink" Target="https://bobi-infoproject.vercel.app/aramkorok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bobi-infoproject.vercel.app/elsofelev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0" y="2400300"/>
            <a:ext cx="8824456" cy="1439779"/>
          </a:xfrm>
        </p:spPr>
        <p:txBody>
          <a:bodyPr/>
          <a:lstStyle/>
          <a:p>
            <a:pPr algn="ctr"/>
            <a:r>
              <a:rPr lang="hu-HU" sz="6000" dirty="0" smtClean="0"/>
              <a:t>Projektmunka összegzés</a:t>
            </a:r>
            <a:endParaRPr lang="hu-HU" sz="6000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680322" y="4317839"/>
            <a:ext cx="8144134" cy="2260761"/>
          </a:xfrm>
        </p:spPr>
        <p:txBody>
          <a:bodyPr>
            <a:noAutofit/>
          </a:bodyPr>
          <a:lstStyle/>
          <a:p>
            <a:pPr algn="ctr"/>
            <a:r>
              <a:rPr lang="hu-HU" sz="2800" dirty="0" smtClean="0"/>
              <a:t>Csapattagok: </a:t>
            </a:r>
          </a:p>
          <a:p>
            <a:pPr algn="ctr"/>
            <a:r>
              <a:rPr lang="hu-HU" sz="2800" dirty="0" smtClean="0"/>
              <a:t>Erdő Péter</a:t>
            </a:r>
          </a:p>
          <a:p>
            <a:pPr algn="ctr"/>
            <a:r>
              <a:rPr lang="hu-HU" sz="2800" dirty="0" smtClean="0"/>
              <a:t>Gál Kristóf</a:t>
            </a:r>
          </a:p>
          <a:p>
            <a:pPr algn="ctr"/>
            <a:r>
              <a:rPr lang="hu-HU" sz="2800" dirty="0" smtClean="0"/>
              <a:t>Pálinkás-Szabó Máté</a:t>
            </a:r>
          </a:p>
          <a:p>
            <a:pPr algn="ctr"/>
            <a:r>
              <a:rPr lang="hu-HU" sz="2800" dirty="0" smtClean="0"/>
              <a:t>Vizi Kornél</a:t>
            </a:r>
            <a:endParaRPr lang="hu-HU" sz="2800" dirty="0"/>
          </a:p>
        </p:txBody>
      </p:sp>
      <p:sp>
        <p:nvSpPr>
          <p:cNvPr id="4" name="Téglalap 3"/>
          <p:cNvSpPr/>
          <p:nvPr/>
        </p:nvSpPr>
        <p:spPr>
          <a:xfrm>
            <a:off x="9048687" y="4986554"/>
            <a:ext cx="4395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5400" b="0" cap="none" spc="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hu-HU" sz="5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églalap 5"/>
          <p:cNvSpPr/>
          <p:nvPr/>
        </p:nvSpPr>
        <p:spPr>
          <a:xfrm>
            <a:off x="5961187" y="3244334"/>
            <a:ext cx="269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hu-HU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</p:txBody>
      </p:sp>
      <p:sp>
        <p:nvSpPr>
          <p:cNvPr id="7" name="Téglalap 6"/>
          <p:cNvSpPr/>
          <p:nvPr/>
        </p:nvSpPr>
        <p:spPr>
          <a:xfrm>
            <a:off x="10360221" y="4415429"/>
            <a:ext cx="4395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5400" b="0" cap="none" spc="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hu-HU" sz="5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Téglalap 7"/>
          <p:cNvSpPr/>
          <p:nvPr/>
        </p:nvSpPr>
        <p:spPr>
          <a:xfrm>
            <a:off x="2216087" y="5113554"/>
            <a:ext cx="4395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5400" b="0" cap="none" spc="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hu-HU" sz="5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églalap 8"/>
          <p:cNvSpPr/>
          <p:nvPr/>
        </p:nvSpPr>
        <p:spPr>
          <a:xfrm>
            <a:off x="10360221" y="5575219"/>
            <a:ext cx="4395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5400" b="0" cap="none" spc="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hu-HU" sz="5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Téglalap 9"/>
          <p:cNvSpPr/>
          <p:nvPr/>
        </p:nvSpPr>
        <p:spPr>
          <a:xfrm>
            <a:off x="7461187" y="5202373"/>
            <a:ext cx="4395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5400" b="0" cap="none" spc="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hu-HU" sz="5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églalap 10"/>
          <p:cNvSpPr/>
          <p:nvPr/>
        </p:nvSpPr>
        <p:spPr>
          <a:xfrm>
            <a:off x="7174936" y="4267120"/>
            <a:ext cx="4395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5400" b="0" cap="none" spc="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hu-HU" sz="5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6772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0819 -0.05115 L 0.0819 -0.05092 C 0.07604 -0.05486 0.07031 -0.05925 0.06432 -0.06226 C 0.06106 -0.06388 0.05768 -0.06458 0.05429 -0.06435 C 0.02643 -0.06388 -0.00144 -0.06157 -0.02943 -0.05995 C -0.07084 -0.04768 -0.04323 -0.05509 -0.14193 -0.06226 C -0.14779 -0.06273 -0.15352 -0.06527 -0.15938 -0.06666 C -0.16875 -0.06875 -0.18203 -0.0706 -0.19063 -0.07338 C -0.1974 -0.07569 -0.20404 -0.07893 -0.21068 -0.08217 C -0.21771 -0.08588 -0.22982 -0.09444 -0.23815 -0.09768 C -0.24063 -0.09884 -0.2431 -0.0993 -0.24558 -0.1 C -0.24766 -0.10231 -0.24961 -0.10509 -0.25183 -0.10671 C -0.2543 -0.1081 -0.2569 -0.1081 -0.25938 -0.10879 C -0.26355 -0.11018 -0.26771 -0.1118 -0.27188 -0.11342 C -0.30144 -0.1118 -0.33112 -0.11134 -0.36068 -0.10879 C -0.36524 -0.10856 -0.3698 -0.10578 -0.37435 -0.10439 C -0.38269 -0.10208 -0.39102 -0.0993 -0.39935 -0.09768 C -0.4194 -0.09421 -0.43933 -0.09189 -0.45938 -0.08888 C -0.51849 -0.07986 -0.45886 -0.08888 -0.50808 -0.08009 C -0.51732 -0.07824 -0.52644 -0.07708 -0.53568 -0.07546 L -0.56068 -0.07106 C -0.58685 -0.07175 -0.61315 -0.07129 -0.63933 -0.07338 C -0.64128 -0.07338 -0.64297 -0.07569 -0.6444 -0.07777 C -0.64597 -0.08009 -0.64688 -0.08379 -0.64818 -0.08657 C -0.65287 -0.11157 -0.65078 -0.09444 -0.64818 -0.13564 C -0.64766 -0.14351 -0.64779 -0.15046 -0.64688 -0.15787 C -0.64506 -0.17245 -0.64115 -0.17824 -0.63568 -0.18888 C -0.6336 -0.19328 -0.63203 -0.19814 -0.62943 -0.2 C -0.62474 -0.20393 -0.6194 -0.20463 -0.61433 -0.20671 C -0.59636 -0.21574 -0.59401 -0.21828 -0.57435 -0.22453 C -0.56524 -0.22731 -0.55599 -0.22893 -0.54688 -0.23101 C -0.51927 -0.22708 -0.48451 -0.22754 -0.4569 -0.20879 C -0.42045 -0.18402 -0.39336 -0.15787 -0.36068 -0.12245 C -0.33842 -0.09814 -0.35052 -0.10995 -0.33438 -0.08449 C -0.33034 -0.07824 -0.32592 -0.07268 -0.32188 -0.06666 C -0.3181 -0.06088 -0.31524 -0.05277 -0.31068 -0.04884 C -0.29623 -0.0368 -0.2806 -0.02963 -0.26563 -0.0199 C -0.2586 -0.02083 -0.25144 -0.0199 -0.2444 -0.02222 C -0.24206 -0.02291 -0.24037 -0.02708 -0.23815 -0.02893 C -0.23282 -0.0331 -0.22735 -0.0368 -0.22188 -0.04004 C -0.21993 -0.0412 -0.21771 -0.04143 -0.21563 -0.04213 C -0.20769 -0.04583 -0.19974 -0.04953 -0.19193 -0.05324 C -0.18985 -0.05277 -0.17032 -0.04814 -0.1944 -0.04884 L -0.42943 -0.05787 C -0.46146 -0.05625 -0.49349 -0.05254 -0.52565 -0.05324 C -0.52696 -0.05347 -0.52709 -0.05763 -0.52683 -0.05995 C -0.52657 -0.06319 -0.52552 -0.0662 -0.52435 -0.06898 C -0.52253 -0.07314 -0.51993 -0.07592 -0.5181 -0.08009 C -0.51537 -0.08634 -0.51355 -0.09375 -0.51068 -0.1 C -0.50769 -0.10648 -0.50365 -0.11134 -0.50065 -0.11782 C -0.49701 -0.12569 -0.4944 -0.13472 -0.49063 -0.14213 C -0.48555 -0.15254 -0.47956 -0.16111 -0.47435 -0.17106 C -0.45951 -0.2 -0.43711 -0.2625 -0.42943 -0.28217 C -0.42891 -0.28495 -0.42813 -0.28657 -0.42813 -0.28888 C -0.42813 -0.29189 -0.42813 -0.3 -0.42943 -0.29768 C -0.43386 -0.28981 -0.43607 -0.27847 -0.43933 -0.26898 C -0.43789 -0.25277 -0.43815 -0.24537 -0.43568 -0.27546 C -0.43282 -0.30902 -0.4306 -0.34213 -0.42813 -0.37546 C -0.42891 -0.46875 -0.42969 -0.56226 -0.4306 -0.65578 C -0.43099 -0.68888 -0.43047 -0.72245 -0.4319 -0.75555 C -0.43203 -0.75879 -0.43334 -0.7493 -0.43438 -0.74652 C -0.4375 -0.73888 -0.44154 -0.7324 -0.4444 -0.7243 C -0.45521 -0.69444 -0.46589 -0.66458 -0.47565 -0.63333 C -0.49115 -0.58379 -0.52071 -0.50185 -0.5306 -0.43333 C -0.53243 -0.42083 -0.53308 -0.4081 -0.53438 -0.39583 C -0.53399 -0.37847 -0.53529 -0.36111 -0.53308 -0.34444 C -0.53282 -0.34143 -0.5293 -0.34444 -0.52813 -0.34652 C -0.50612 -0.39097 -0.48399 -0.43472 -0.46433 -0.48217 C -0.45847 -0.49652 -0.45586 -0.51458 -0.45183 -0.53101 C -0.4418 -0.57314 -0.44375 -0.5662 -0.43815 -0.60902 C -0.43855 -0.61921 -0.43763 -0.63009 -0.43933 -0.64004 C -0.43972 -0.64213 -0.44206 -0.63888 -0.4431 -0.63796 C -0.44662 -0.63402 -0.45039 -0.63009 -0.45313 -0.6243 C -0.45717 -0.61643 -0.46016 -0.60694 -0.46315 -0.59791 C -0.47266 -0.56782 -0.48151 -0.53703 -0.49063 -0.50671 C -0.49336 -0.47731 -0.49818 -0.43472 -0.49818 -0.40439 C -0.49818 -0.38055 -0.49649 -0.35717 -0.49558 -0.33333 C -0.49193 -0.33564 -0.48711 -0.33472 -0.48438 -0.34004 C -0.46328 -0.38032 -0.46302 -0.39189 -0.45443 -0.43541 C -0.45352 -0.44745 -0.45118 -0.45925 -0.45183 -0.47106 C -0.45599 -0.53796 -0.45521 -0.54236 -0.47058 -0.58217 C -0.47214 -0.58611 -0.47396 -0.58981 -0.47565 -0.59328 C -0.48308 -0.54375 -0.49128 -0.49444 -0.49818 -0.44444 C -0.50052 -0.42685 -0.50287 -0.40902 -0.50313 -0.39097 C -0.50378 -0.34583 -0.50248 -0.30092 -0.50065 -0.25601 C -0.5 -0.23981 -0.49831 -0.23935 -0.4931 -0.23333 C -0.47435 -0.28495 -0.45287 -0.3331 -0.43685 -0.38657 C -0.42813 -0.41666 -0.42409 -0.49675 -0.42188 -0.52893 C -0.42396 -0.59467 -0.42552 -0.66064 -0.42813 -0.72662 C -0.42826 -0.72893 -0.42917 -0.72245 -0.42943 -0.7199 C -0.42995 -0.71435 -0.43034 -0.7081 -0.4306 -0.70231 C -0.43151 -0.68726 -0.4323 -0.67245 -0.43308 -0.65763 C -0.43138 -0.63564 -0.44558 -0.39097 -0.39558 -0.32013 C -0.39206 -0.31481 -0.38724 -0.3125 -0.38308 -0.30902 C -0.37774 -0.30972 -0.3711 -0.30486 -0.36693 -0.31111 C -0.34597 -0.34189 -0.37865 -0.38217 -0.38568 -0.39768 C -0.3931 -0.38449 -0.40092 -0.37314 -0.4056 -0.35555 C -0.40847 -0.3449 -0.40977 -0.33333 -0.41185 -0.32222 C -0.4155 -0.27847 -0.41745 -0.28217 -0.40443 -0.22708 C -0.40352 -0.22291 -0.40026 -0.22384 -0.39818 -0.22222 C -0.37461 -0.23611 -0.38568 -0.22615 -0.36563 -0.31111 C -0.35899 -0.33958 -0.35599 -0.39305 -0.35313 -0.42222 C -0.34922 -0.46226 -0.3448 -0.50208 -0.34063 -0.54213 C -0.33985 -0.57338 -0.33842 -0.60439 -0.33815 -0.63564 C -0.33802 -0.64606 -0.33659 -0.6574 -0.33933 -0.66689 C -0.3405 -0.67037 -0.34375 -0.6625 -0.34558 -0.65995 C -0.34961 -0.65439 -0.35339 -0.64861 -0.3569 -0.64213 C -0.37774 -0.60347 -0.37305 -0.60902 -0.38815 -0.55555 C -0.39935 -0.40717 -0.40808 -0.37638 -0.3944 -0.22708 C -0.39375 -0.21944 -0.38776 -0.21782 -0.38438 -0.21342 C -0.38269 -0.21481 -0.38073 -0.21574 -0.37943 -0.21782 C -0.37084 -0.23287 -0.35573 -0.27361 -0.35065 -0.28657 C -0.33256 -0.43958 -0.32006 -0.47129 -0.3306 -0.6155 C -0.33112 -0.62268 -0.33646 -0.62592 -0.33933 -0.63101 C -0.34401 -0.62754 -0.34974 -0.62638 -0.35313 -0.6199 C -0.38503 -0.55949 -0.37761 -0.55185 -0.38438 -0.46666 C -0.3819 -0.45115 -0.38269 -0.43263 -0.37683 -0.4199 C -0.35 -0.3625 -0.33789 -0.39259 -0.30443 -0.41342 C -0.30105 -0.42152 -0.29701 -0.4287 -0.2944 -0.43773 C -0.28763 -0.46064 -0.28451 -0.49953 -0.2819 -0.52222 C -0.28308 -0.52592 -0.28321 -0.53379 -0.28568 -0.53333 C -0.28868 -0.53263 -0.28868 -0.52407 -0.29063 -0.5199 C -0.29453 -0.51134 -0.29896 -0.5037 -0.30313 -0.4956 C -0.33842 -0.34513 -0.3319 -0.40787 -0.3319 -0.20671 L -0.32813 -0.2 C -0.32019 -0.20509 -0.31081 -0.20601 -0.30443 -0.21574 C -0.25821 -0.28657 -0.2655 -0.34213 -0.25065 -0.45555 C -0.25144 -0.45856 -0.25131 -0.46365 -0.25313 -0.46435 C -0.25456 -0.46504 -0.25482 -0.45995 -0.2556 -0.45763 C -0.25782 -0.45115 -0.25977 -0.44444 -0.26185 -0.43773 C -0.26433 -0.41412 -0.2694 -0.37338 -0.2681 -0.35115 C -0.26654 -0.32245 -0.26381 -0.29351 -0.25808 -0.26666 C -0.2556 -0.25486 -0.24935 -0.24699 -0.2444 -0.23773 C -0.24011 -0.23032 -0.2362 -0.2206 -0.2306 -0.21574 C -0.21302 -0.19976 -0.19401 -0.18888 -0.17565 -0.17569 C -0.17318 -0.17708 -0.17071 -0.1787 -0.1681 -0.18032 C -0.16654 -0.18078 -0.16485 -0.1824 -0.16315 -0.18217 C -0.15847 -0.18194 -0.15391 -0.17916 -0.14935 -0.17777 C -0.1448 -0.17106 -0.13998 -0.16481 -0.13568 -0.15787 C -0.12214 -0.13564 -0.11849 -0.125 -0.1056 -0.10671 C -0.10326 -0.10324 -0.10065 -0.10069 -0.09818 -0.09768 C -0.09532 -0.09467 -0.09206 -0.09259 -0.08946 -0.08888 C -0.06576 -0.05532 -0.09063 -0.08657 -0.07318 -0.05555 C -0.07188 -0.05324 -0.0698 -0.05254 -0.0681 -0.05115 C -0.06576 -0.0493 -0.06107 -0.04583 -0.05821 -0.04444 C -0.04714 -0.03888 -0.05834 -0.04537 -0.04935 -0.04004 C 0.01484 -0.05277 -0.04701 -0.03726 0.02435 -0.06666 C 0.0289 -0.06851 0.03359 -0.06782 0.03815 -0.06898 C 0.0427 -0.0699 0.04726 -0.07199 0.05182 -0.07338 C 0.05481 -0.0743 0.05768 -0.07476 0.06054 -0.07546 C 0.06471 -0.07476 0.06979 -0.07777 0.07304 -0.07338 C 0.07487 -0.07106 0.07291 -0.06226 0.07057 -0.06226 C 0.04479 -0.06088 0.01888 -0.06574 -0.0069 -0.06898 C -0.02448 -0.07106 -0.0418 -0.07569 -0.05938 -0.07777 C -0.07774 -0.08009 -0.0961 -0.07986 -0.11433 -0.08217 C -0.15105 -0.08726 -0.18776 -0.09398 -0.22435 -0.1 C -0.25938 -0.08888 -0.29453 -0.07939 -0.32943 -0.06666 C -0.33112 -0.06597 -0.3349 -0.06041 -0.33308 -0.05995 C -0.3293 -0.05879 -0.32565 -0.06296 -0.32188 -0.06435 C -0.30274 -0.07245 -0.28347 -0.07986 -0.26433 -0.08888 L -0.22683 -0.10671 C -0.21276 -0.11296 -0.19831 -0.11782 -0.18438 -0.12453 C -0.16081 -0.13703 -0.13724 -0.14907 -0.11433 -0.16435 C -0.10092 -0.17338 -0.08711 -0.1824 -0.07565 -0.19814 C -0.06927 -0.20625 -0.06862 -0.20532 -0.07565 -0.20231 C -0.07904 -0.19699 -0.08282 -0.19259 -0.08568 -0.1868 C -0.11615 -0.12407 -0.11875 -0.12592 -0.1319 -0.06666 C -0.13594 -0.04838 -0.13933 -0.02963 -0.1431 -0.01111 C -0.14232 -0.00439 -0.14388 0.0051 -0.14063 0.0088 C -0.12943 0.02153 -0.12878 -0.00162 -0.12683 -0.00879 C -0.12592 -0.01273 -0.12435 -0.0162 -0.12318 -0.0199 C -0.12227 -0.04675 -0.11849 -0.07361 -0.12058 -0.1 C -0.12474 -0.1493 -0.13425 -0.19652 -0.14193 -0.24467 C -0.14414 -0.25925 -0.14753 -0.27268 -0.15065 -0.28657 C -0.15209 -0.29328 -0.14792 -0.27361 -0.14688 -0.26666 C -0.13542 -0.19421 -0.12774 -0.11967 -0.11315 -0.04884 C -0.11276 -0.04699 -0.08047 0.08218 -0.05938 0.10209 C -0.05313 0.10811 -0.04519 0.10371 -0.03815 0.1044 C -0.03477 0.10139 -0.03125 0.09931 -0.02813 0.09561 C -0.02084 0.08704 -0.01576 0.07616 -0.01185 0.06227 C -0.0043 0.0345 0.00208 0.00579 0.00937 -0.02222 C 0.01653 -0.04976 0.04752 -0.15463 0.04935 -0.15995 C 0.05898 -0.18842 0.08541 -0.27523 0.07812 -0.24467 C 0.07435 -0.22893 0.06992 -0.21412 0.06679 -0.19814 C 0.05859 -0.1537 0.05182 -0.10879 0.0444 -0.06435 C 0.04218 -0.01944 0.03854 0.01644 0.04687 0.06227 C 0.04778 0.06713 0.05273 0.06366 0.0556 0.06436 C 0.07526 0.047 0.08164 0.04561 0.09557 0.02223 C 0.09882 0.0169 0.10195 0.01088 0.10429 0.0044 C 0.12239 -0.04375 0.12734 -0.05231 0.13437 -0.09768 C 0.13593 -0.1081 0.13645 -0.11875 0.13815 -0.12893 C 0.15507 -0.23726 0.14088 -0.13217 0.15065 -0.20671 C 0.15104 -0.17708 0.15104 -0.14745 0.15182 -0.11782 C 0.15273 -0.08912 0.15338 -0.06736 0.16185 -0.04213 C 0.16354 -0.03726 0.16679 -0.03472 0.1694 -0.03101 C 0.18255 -0.0324 0.19609 -0.02754 0.2069 -0.04444 C 0.21067 -0.05046 0.21263 -0.05925 0.21562 -0.06666 C 0.2194 -0.09259 0.22513 -0.11782 0.22682 -0.14444 C 0.23307 -0.24074 0.23437 -0.23819 0.2194 -0.21111 C 0.21028 -0.13055 0.20937 -0.12916 0.20807 0.00232 C 0.20742 0.07778 0.20533 0.06806 0.21679 0.10209 C 0.22161 0.13612 0.21692 0.09885 0.19804 0.04885 C 0.19218 0.03311 0.1858 0.0176 0.17812 0.0044 C 0.08828 -0.15092 0.12265 -0.10393 0.00182 -0.17569 C -0.00977 -0.17338 -0.02188 -0.17476 -0.03321 -0.16921 C -0.03907 -0.16597 -0.04362 -0.15648 -0.04818 -0.14884 C -0.06146 -0.12685 -0.07513 -0.10486 -0.08685 -0.08009 C -0.11706 -0.01643 -0.09414 -0.02731 -0.11433 -0.0199 C -0.1181 -0.02152 -0.12201 -0.02199 -0.12565 -0.02453 C -0.12878 -0.02662 -0.13112 -0.03148 -0.13438 -0.03333 C -0.1392 -0.03611 -0.1444 -0.03657 -0.14935 -0.03773 C -0.15938 -0.04027 -0.1694 -0.04213 -0.17943 -0.04444 C -0.20026 -0.06157 -0.22175 -0.07615 -0.24193 -0.0956 C -0.27383 -0.12638 -0.29141 -0.14675 -0.3319 -0.16273 C -0.36511 -0.17476 -0.39935 -0.17708 -0.43308 -0.18449 C -0.48646 -0.17963 -0.48581 -0.19004 -0.53568 -0.14027 C -0.5642 -0.11134 -0.59102 -0.07731 -0.6181 -0.04444 C -0.63985 -0.01828 -0.62097 -0.03657 -0.63568 -0.01342 C -0.63698 -0.01111 -0.63894 -0.01041 -0.64063 -0.00879 C -0.63815 -0.01713 -0.63542 -0.025 -0.63308 -0.03333 C -0.63086 -0.04143 -0.6293 -0.05 -0.62683 -0.05787 C -0.62383 -0.06782 -0.62006 -0.07685 -0.61693 -0.08657 C -0.61342 -0.09768 -0.61029 -0.10902 -0.6069 -0.1199 C -0.60456 -0.12754 -0.60131 -0.13425 -0.59935 -0.14213 C -0.5892 -0.18356 -0.58529 -0.22546 -0.56693 -0.25787 C -0.55782 -0.27384 -0.56263 -0.26875 -0.55313 -0.27546 C -0.55026 -0.27407 -0.54701 -0.27384 -0.5444 -0.27106 C -0.53125 -0.25787 -0.52761 -0.2405 -0.51563 -0.22222 C -0.50703 -0.20925 -0.49662 -0.2 -0.48815 -0.1868 C -0.46368 -0.14768 -0.47149 -0.13541 -0.43815 -0.10671 C -0.39076 -0.06574 -0.34141 -0.03263 -0.2931 0.0044 C -0.27735 0.00232 -0.26081 0.00579 -0.24558 -0.00231 C -0.23881 -0.00578 -0.23516 -0.01921 -0.2306 -0.02893 C -0.22891 -0.03263 -0.228 -0.03773 -0.22683 -0.04213 C -0.22552 -0.04745 -0.22422 -0.05254 -0.22318 -0.05787 C -0.21914 -0.07847 -0.22071 -0.10486 -0.21185 -0.1199 C -0.19063 -0.15671 -0.13685 -0.20625 -0.10313 -0.22222 C -0.08842 -0.22916 -0.07318 -0.23101 -0.05821 -0.23564 C -0.00144 -0.27384 0.02422 -0.28495 0.07435 -0.34213 C 0.12539 -0.40092 0.07018 -0.37523 0.1431 -0.44004 C 0.14648 -0.44282 0.14948 -0.44745 0.15312 -0.44884 C 0.15963 -0.45115 0.1664 -0.45046 0.17304 -0.45115 C 0.19414 -0.48842 0.18502 -0.4743 0.19935 -0.4956 C 0.20013 -0.5 0.20078 -0.50463 0.20182 -0.50879 C 0.20299 -0.51342 0.20547 -0.51713 0.2056 -0.52222 C 0.20599 -0.53935 0.21002 -0.56134 0.20312 -0.57338 C 0.13007 -0.69838 0.1375 -0.68958 0.07929 -0.7 C 0.05898 -0.68657 0.0345 -0.68541 0.0181 -0.65995 C -0.025 -0.59305 -0.05795 -0.5074 -0.0944 -0.42893 C -0.09922 -0.41828 -0.10039 -0.40324 -0.1056 -0.39328 C -0.13386 -0.33958 -0.13099 -0.34351 -0.15313 -0.32662 C -0.16328 -0.32986 -0.17995 -0.32986 -0.18933 -0.34444 C -0.1974 -0.35717 -0.20469 -0.3706 -0.21185 -0.38449 C -0.2224 -0.40463 -0.21953 -0.40856 -0.23308 -0.42662 C -0.24896 -0.44791 -0.26276 -0.47731 -0.2819 -0.48657 C -0.29102 -0.49097 -0.30013 -0.49629 -0.30938 -0.5 C -0.38646 -0.52963 -0.52019 -0.51435 -0.56185 -0.5155 C -0.55782 -0.55185 -0.56224 -0.52731 -0.5569 -0.54444 C -0.55391 -0.5537 -0.553 -0.5618 -0.54818 -0.56875 C -0.54506 -0.57338 -0.54128 -0.57592 -0.53815 -0.57986 C -0.52487 -0.59699 -0.52565 -0.60185 -0.50938 -0.61319 C -0.50547 -0.61597 -0.50105 -0.6162 -0.49688 -0.61782 C -0.46394 -0.59027 -0.42709 -0.57453 -0.39818 -0.53541 C -0.36667 -0.49305 -0.32865 -0.34213 -0.31068 -0.28657 C -0.29727 -0.24629 -0.28269 -0.20625 -0.2681 -0.16666 C -0.26355 -0.15463 -0.25899 -0.14189 -0.25313 -0.13101 C -0.2418 -0.11041 -0.23125 -0.0868 -0.21693 -0.07338 L -0.17188 -0.03101 C -0.14727 -0.03865 -0.11862 -0.04305 -0.0944 -0.05995 C -0.08711 -0.06504 -0.08034 -0.07222 -0.07318 -0.07777 C -0.06485 -0.08402 -0.05638 -0.08912 -0.04818 -0.0956 C -0.03959 -0.10231 -0.03164 -0.11134 -0.02318 -0.11782 C -0.00157 -0.13541 0.02018 -0.15185 0.04179 -0.16921 C 0.04388 -0.16805 0.04713 -0.17013 0.04804 -0.16666 C 0.04895 -0.16435 0.0457 -0.1618 0.0444 -0.15995 C 0.04036 -0.15463 0.03658 -0.14768 0.0319 -0.14444 C 0.02018 -0.13634 0.00781 -0.13125 -0.00443 -0.12662 C -0.05222 -0.10833 -0.13138 -0.09768 -0.1694 -0.0956 C -0.25938 -0.0905 -0.34935 -0.09259 -0.43933 -0.0912 L -0.48685 -0.09768 C -0.48855 -0.09814 -0.49193 -0.09699 -0.49193 -0.1 C -0.48946 -0.20463 -0.48659 -0.30949 -0.47943 -0.41342 C -0.47813 -0.43101 -0.47188 -0.44652 -0.46693 -0.46226 C -0.46185 -0.47777 -0.45612 -0.49305 -0.44935 -0.50671 C -0.42657 -0.55254 -0.378 -0.58888 -0.35443 -0.60902 C -0.34649 -0.6155 -0.33776 -0.61782 -0.32943 -0.62222 C -0.30352 -0.60509 -0.27644 -0.59328 -0.25183 -0.57106 C -0.24675 -0.56643 -0.24597 -0.55347 -0.2431 -0.54444 C -0.24089 -0.53703 -0.23881 -0.52963 -0.23685 -0.52222 C -0.23308 -0.5074 -0.23047 -0.49166 -0.22565 -0.47777 C -0.22032 -0.4625 -0.21328 -0.4493 -0.2069 -0.43541 C -0.19896 -0.41851 -0.19154 -0.40532 -0.1819 -0.39097 C -0.17709 -0.38402 -0.17279 -0.375 -0.16693 -0.37106 C -0.15118 -0.36064 -0.13438 -0.35625 -0.1181 -0.34907 C -0.07969 -0.35115 -0.07344 -0.33958 -0.0431 -0.39768 L -0.01315 -0.45555 C -0.01107 -0.46504 -0.0086 -0.47453 -0.0069 -0.48449 C -0.00612 -0.48865 -0.00417 -0.49421 -0.0056 -0.49768 C -0.01628 -0.52268 -0.0211 -0.51759 -0.03438 -0.52662 C -0.03907 -0.52986 -0.04362 -0.53402 -0.04818 -0.53773 C -0.08399 -0.51041 -0.12006 -0.48425 -0.1556 -0.45555 C -0.20235 -0.41828 -0.16446 -0.43912 -0.21563 -0.39328 C -0.25599 -0.3574 -0.29453 -0.31226 -0.33815 -0.2912 C -0.49571 -0.21643 -0.25222 -0.33472 -0.41315 -0.24675 C -0.49818 -0.20023 -0.44935 -0.24143 -0.48815 -0.20671 C -0.49024 -0.21041 -0.49467 -0.2125 -0.4944 -0.21782 C -0.48998 -0.28495 -0.48464 -0.3 -0.46433 -0.34652 C -0.41315 -0.46435 -0.40378 -0.49213 -0.34935 -0.58217 C -0.33998 -0.59791 -0.32123 -0.62592 -0.3069 -0.63333 C -0.29427 -0.63981 -0.28099 -0.64213 -0.2681 -0.64652 C -0.26433 -0.64282 -0.26029 -0.6405 -0.2569 -0.63564 C -0.25274 -0.62963 -0.24896 -0.62291 -0.24558 -0.6155 C -0.21888 -0.55671 -0.22383 -0.54097 -0.20065 -0.44884 C -0.19167 -0.41342 -0.14896 -0.18842 -0.10313 -0.10671 C -0.09649 -0.09467 -0.08894 -0.08379 -0.0806 -0.07546 C -0.06667 -0.06157 -0.05144 -0.05185 -0.03685 -0.04004 C -0.01524 -0.04143 0.00651 -0.04213 0.02812 -0.04444 C 0.03945 -0.04583 0.05156 -0.04282 0.06185 -0.05115 C 0.07539 -0.06203 0.08554 -0.0831 0.09687 -0.1 C 0.11419 -0.12569 0.11419 -0.128 0.12682 -0.15555 C 0.1289 -0.16597 0.13151 -0.17592 0.13307 -0.1868 C 0.13398 -0.19236 0.13698 -0.20069 0.13437 -0.20463 C 0.125 -0.21736 0.09622 -0.22129 0.08554 -0.22222 C 0.04557 -0.22592 0.0056 -0.2287 -0.03438 -0.23101 C -0.05456 -0.22546 -0.10052 -0.21342 -0.12188 -0.20463 C -0.15118 -0.19213 -0.17969 -0.17338 -0.20938 -0.16435 C -0.2336 -0.15694 -0.30521 -0.15023 -0.33933 -0.14675 L -0.5069 -0.15555 C -0.51342 -0.15625 -0.51289 -0.15949 -0.51433 -0.16666 C -0.51485 -0.17569 -0.51667 -0.18518 -0.51563 -0.19328 C -0.51003 -0.23842 -0.50664 -0.28588 -0.4944 -0.32662 C -0.48399 -0.36134 -0.44883 -0.40856 -0.42683 -0.42893 C -0.41563 -0.43935 -0.4043 -0.45138 -0.39193 -0.45555 C -0.36888 -0.46319 -0.34519 -0.46134 -0.32188 -0.46435 C -0.30664 -0.45995 -0.27539 -0.45347 -0.26185 -0.43773 C -0.24362 -0.41666 -0.22852 -0.38773 -0.21185 -0.36226 C -0.1944 -0.30439 -0.17526 -0.24814 -0.15938 -0.18888 C -0.14935 -0.15162 -0.14519 -0.10972 -0.13438 -0.07338 C -0.12644 -0.04675 -0.1194 -0.01921 -0.11068 0.00672 C -0.10847 0.01297 -0.10196 0.02223 -0.10196 0.02246 C -0.09519 0.02084 -0.08842 0.02084 -0.0819 0.01783 C -0.07865 0.01621 -0.07592 0.01227 -0.07318 0.0088 C -0.03373 -0.0412 -0.04388 -0.03287 -0.00196 -0.11782 C 0.00039 -0.1456 0.00195 -0.15208 -0.00821 -0.18888 C -0.0125 -0.20486 -0.04297 -0.24213 -0.04818 -0.24675 C -0.14701 -0.33472 -0.12474 -0.30463 -0.25808 -0.31782 C -0.2823 -0.30416 -0.34883 -0.26944 -0.3806 -0.24213 C -0.38946 -0.23495 -0.39727 -0.22453 -0.4056 -0.21574 C -0.41901 -0.18449 -0.43269 -0.15393 -0.44558 -0.12245 C -0.44727 -0.11828 -0.45013 -0.10416 -0.44935 -0.10879 C -0.44779 -0.11875 -0.44519 -0.12824 -0.4431 -0.13773 C -0.43789 -0.24976 -0.43138 -0.36921 -0.44193 -0.47777 C -0.44896 -0.55069 -0.44688 -0.25601 -0.44688 -0.25532 C -0.44649 -0.2037 -0.44493 -0.04814 -0.44558 -0.1 C -0.44688 -0.18032 -0.4474 -0.25995 -0.44818 -0.34004 C -0.44909 -0.4456 -0.44922 -0.55023 -0.45065 -0.65578 C -0.45092 -0.67916 -0.45222 -0.703 -0.45313 -0.72662 C -0.45456 -0.76203 -0.45521 -0.77268 -0.4569 -0.80208 C -0.46055 -0.60856 -0.46042 -0.60694 -0.46693 -0.35115 C -0.46758 -0.32592 -0.46849 -0.30092 -0.4694 -0.27546 C -0.46901 -0.24143 -0.46967 -0.20763 -0.4681 -0.17338 C -0.46784 -0.16805 -0.46615 -0.18356 -0.46563 -0.18888 C -0.46446 -0.2 -0.46446 -0.21134 -0.46315 -0.22222 C -0.45912 -0.25439 -0.45521 -0.28657 -0.44935 -0.31782 C -0.41784 -0.48611 -0.42474 -0.46782 -0.3694 -0.65578 L -0.3556 -0.70231 C -0.35482 -0.69583 -0.35326 -0.68888 -0.35313 -0.68217 C -0.34701 -0.22384 -0.38685 -0.36898 -0.34688 -0.22708 C -0.33685 -0.27129 -0.34662 -0.22407 -0.33815 -0.28217 C -0.33125 -0.32986 -0.32162 -0.38217 -0.31563 -0.43101 C -0.30456 -0.52152 -0.31875 -0.4449 -0.29558 -0.57338 C -0.29493 -0.57731 -0.2931 -0.58078 -0.29193 -0.58449 C -0.28581 -0.5199 -0.29219 -0.59074 -0.28815 -0.4199 C -0.28763 -0.3993 -0.28659 -0.37847 -0.28568 -0.35763 C -0.27787 -0.18125 -0.28789 -0.2449 -0.27058 -0.15324 C -0.26693 -0.15787 -0.26289 -0.1618 -0.25938 -0.16666 C -0.24024 -0.19351 -0.20599 -0.26597 -0.20065 -0.28009 C -0.1931 -0.2993 -0.18503 -0.31782 -0.17813 -0.33796 C -0.09727 -0.57245 -0.14167 -0.49838 -0.0944 -0.57338 C -0.09167 -0.58287 -0.09089 -0.58981 -0.09063 -0.56875 C -0.08946 -0.48819 -0.08894 -0.4074 -0.08815 -0.32662 C -0.03646 -0.47963 -0.08685 -0.32731 -0.03685 -0.48888 C -0.0293 -0.51365 -0.02253 -0.53958 -0.01315 -0.56226 L 0.00807 -0.61319 C 0.01015 -0.60833 0.0125 -0.60347 0.01432 -0.59791 C 0.01653 -0.59143 0.02382 -0.5618 0.02435 -0.55995 C 0.0319 -0.53333 0.04062 -0.50671 0.05182 -0.48449 C 0.0556 -0.47685 0.06106 -0.47245 0.06562 -0.46666 C 0.0694 -0.46736 0.07422 -0.46412 0.07682 -0.46875 C 0.11666 -0.53958 0.09453 -0.51157 0.11054 -0.55763 C 0.11354 -0.5662 0.11757 -0.57361 0.12057 -0.58217 C 0.12721 -0.60046 0.13307 -0.61921 0.13932 -0.63796 C 0.14752 -0.6618 0.14036 -0.63888 0.1444 -0.65578 C 0.14505 -0.65856 0.14505 -0.66412 0.14687 -0.66458 C 0.16888 -0.66782 0.19101 -0.6662 0.21315 -0.66689 C 0.21015 -0.67384 0.2052 -0.68796 0.20065 -0.69351 C 0.19257 -0.70231 0.18411 -0.70995 0.17565 -0.71759 C 0.172 -0.72106 0.16797 -0.72314 0.16432 -0.72662 C 0.15599 -0.73495 0.15677 -0.73935 0.14804 -0.74444 C 0.13398 -0.753 0.12838 -0.75347 0.11432 -0.75763 L -0.01693 -0.75324 C -0.02357 -0.753 -0.03021 -0.75092 -0.03685 -0.75092 L -0.23438 -0.75763 C -0.23933 -0.75925 -0.24453 -0.75925 -0.24935 -0.76203 C -0.25183 -0.76365 -0.2543 -0.76574 -0.2569 -0.76666 C -0.26394 -0.76875 -0.2711 -0.76921 -0.27813 -0.77106 C -0.28021 -0.77152 -0.2823 -0.77291 -0.28438 -0.77314 C -0.31107 -0.77731 -0.32722 -0.778 -0.35313 -0.77986 C -0.36016 -0.77916 -0.36732 -0.77893 -0.37435 -0.77777 C -0.37565 -0.77754 -0.37683 -0.77615 -0.37813 -0.77546 C -0.38386 -0.77291 -0.38828 -0.77245 -0.3944 -0.77106 L -0.4319 -0.75324 C -0.43399 -0.75208 -0.43607 -0.75069 -0.43815 -0.74884 C -0.44193 -0.74537 -0.44545 -0.73842 -0.44818 -0.73333 C -0.45664 -0.71643 -0.46511 -0.69953 -0.47318 -0.68217 C -0.47474 -0.67893 -0.47539 -0.6743 -0.47683 -0.67106 C -0.47917 -0.6662 -0.48217 -0.6625 -0.48438 -0.65763 C -0.48594 -0.65439 -0.48672 -0.65 -0.48815 -0.64652 C -0.49011 -0.64213 -0.49232 -0.63796 -0.4944 -0.63333 C -0.49519 -0.62916 -0.49571 -0.6243 -0.49688 -0.6199 C -0.49948 -0.61064 -0.50274 -0.60208 -0.5056 -0.59328 C -0.51094 -0.57708 -0.5142 -0.56875 -0.5181 -0.55324 C -0.52852 -0.51319 -0.53529 -0.46203 -0.54063 -0.42476 L -0.5431 -0.40694 C -0.54349 -0.3993 -0.54375 -0.39189 -0.5444 -0.38449 C -0.54506 -0.37638 -0.54636 -0.36851 -0.54688 -0.36041 C -0.54844 -0.33796 -0.54935 -0.3155 -0.55065 -0.29328 C -0.54896 -0.25439 -0.54935 -0.21435 -0.54558 -0.17569 C -0.54467 -0.16597 -0.53972 -0.15949 -0.53685 -0.15138 C -0.53516 -0.14606 -0.5336 -0.14074 -0.5319 -0.13564 C -0.53151 -0.12963 -0.53308 -0.12199 -0.5306 -0.11782 C -0.52071 -0.10023 -0.50886 -0.08611 -0.49688 -0.07338 C -0.49401 -0.07037 -0.49024 -0.07175 -0.48685 -0.07106 C -0.46953 -0.06759 -0.45964 -0.06713 -0.43933 -0.06435 C -0.41355 -0.06967 -0.3875 -0.07152 -0.36185 -0.08009 C -0.35586 -0.08194 -0.35118 -0.09074 -0.34558 -0.0956 C -0.32943 -0.10995 -0.32735 -0.10671 -0.31068 -0.13101 C -0.30534 -0.13865 -0.30144 -0.14884 -0.29688 -0.15787 C -0.29545 -0.16435 -0.29011 -0.18518 -0.28933 -0.19166 C -0.28855 -0.19838 -0.28855 -0.20601 -0.28815 -0.21342 C -0.29271 -0.2655 -0.29571 -0.31759 -0.30183 -0.36875 C -0.30261 -0.37476 -0.31875 -0.42685 -0.32058 -0.43101 C -0.33112 -0.45439 -0.34245 -0.47662 -0.35443 -0.49768 C -0.3573 -0.503 -0.35977 -0.50902 -0.36315 -0.51319 C -0.36862 -0.52013 -0.37409 -0.52824 -0.3806 -0.53101 C -0.42852 -0.55231 -0.41029 -0.54722 -0.43438 -0.55324 L -0.44688 -0.55115 C -0.4737 -0.52199 -0.47487 -0.45694 -0.48308 -0.41111 C -0.48985 -0.29722 -0.49154 -0.32338 -0.4444 -0.13379 C -0.4418 -0.12291 -0.4319 -0.12893 -0.42565 -0.12662 C -0.3444 -0.13865 -0.26263 -0.14282 -0.1819 -0.16273 C -0.15105 -0.16967 -0.1224 -0.19513 -0.09193 -0.20671 C -0.06446 -0.21736 -0.03672 -0.22592 -0.00938 -0.23773 C 0.19062 -0.325 -0.01862 -0.24143 0.07304 -0.27777 C 0.07773 -0.28495 0.08203 -0.29189 0.08685 -0.29768 C 0.08867 -0.3 0.09257 -0.29838 0.0931 -0.30254 C 0.09362 -0.30578 0.08984 -0.30578 0.08815 -0.30671 C 0.08151 -0.31064 0.075 -0.31574 0.0681 -0.31782 C 0.05612 -0.32106 0.04388 -0.32083 0.0319 -0.32222 C 0.02513 -0.32083 0.01823 -0.32175 0.01185 -0.31782 C -0.01185 -0.30416 -0.02383 -0.27361 -0.04193 -0.24213 C -0.06146 -0.16435 -0.08646 -0.09027 -0.10065 -0.00879 C -0.10378 0.0088 -0.10209 0.04121 -0.09193 0.04445 C -0.05404 0.05672 -0.01524 0.03542 0.02304 0.03102 C 0.05612 0.01436 0.09726 -0.0037 0.12812 -0.03101 C 0.14817 -0.04907 0.18554 -0.09328 0.18554 -0.09305 C 0.19765 -0.12407 0.19479 -0.11134 0.19804 -0.12893 C 0.1944 -0.13217 0.19075 -0.13564 0.18685 -0.13773 C 0.16692 -0.14838 0.15351 -0.12106 0.13437 -0.10439 C 0.12799 -0.07638 0.12448 -0.078 0.14179 -0.04884 C 0.14401 -0.04537 0.14765 -0.04745 0.15065 -0.04675 C 0.16367 -0.03888 0.15299 -0.04421 0.17057 -0.04004 C 0.17656 -0.03865 0.17851 -0.0368 0.18437 -0.03333 C 0.17851 -0.03263 0.17265 -0.03263 0.16679 -0.03101 C 0.15807 -0.02893 0.14948 -0.02384 0.14062 -0.02222 C 0.11653 -0.01782 0.09231 -0.0162 0.0681 -0.01342 L -0.05443 0.02662 L -0.2069 0.07987 L -0.37058 0.07107 C -0.41784 0.06783 -0.3836 0.06737 -0.42058 0.06227 C -0.42982 0.06088 -0.43894 0.06065 -0.44818 0.05996 C -0.45599 0.05857 -0.46394 0.05625 -0.47188 0.05556 C -0.54167 0.04862 -0.52683 0.0845 -0.54193 0.04445 C -0.54271 0.02732 -0.5431 0.01019 -0.5444 -0.00671 C -0.5448 -0.01273 -0.54701 -0.01828 -0.54688 -0.02453 C -0.5461 -0.06967 -0.54375 -0.11481 -0.54193 -0.15995 C -0.54128 -0.1743 -0.54128 -0.18356 -0.53685 -0.1956 C -0.53269 -0.20717 -0.53073 -0.22615 -0.52318 -0.22893 C -0.48217 -0.24398 -0.43985 -0.24074 -0.39818 -0.24675 C -0.35469 -0.21412 -0.38138 -0.23541 -0.31693 -0.17569 C -0.29935 -0.15949 -0.28243 -0.1412 -0.26433 -0.12662 L -0.20938 -0.08217 L -0.1819 -0.05995 C -0.16315 -0.04467 -0.1461 -0.01898 -0.12565 -0.01342 C -0.10365 -0.0074 -0.11485 -0.00949 -0.09193 -0.00671 C -0.05365 0.00556 -0.06159 0.0051 0.0069 -0.01111 C 0.02265 -0.01481 0.03802 -0.0243 0.05312 -0.03333 C 0.06692 -0.04143 0.09283 -0.0743 0.10065 -0.08657 C 0.11406 -0.1081 0.12669 -0.13078 0.13815 -0.15555 L 0.1556 -0.19328 C 0.16862 -0.26273 0.17005 -0.25439 0.1681 -0.34444 C 0.16797 -0.35231 0.1651 -0.35949 0.16315 -0.36689 C 0.15468 -0.39652 0.15169 -0.40416 0.13685 -0.42662 C 0.11523 -0.45925 0.09466 -0.49513 0.07057 -0.52222 C 0.0444 -0.55185 0.01679 -0.56458 -0.01185 -0.57986 L -0.09818 -0.57546 C -0.12552 -0.57384 -0.125 -0.57592 -0.15183 -0.55995 L -0.3569 -0.43541 C -0.39154 -0.41574 -0.42683 -0.39953 -0.46185 -0.38217 C -0.48099 -0.37268 -0.49987 -0.36111 -0.5194 -0.35555 L -0.61433 -0.32893 C -0.6461 -0.3206 -0.65912 -0.31967 -0.6892 -0.3155 C -0.71862 -0.31736 -0.72266 -0.30324 -0.73802 -0.33564 C -0.73946 -0.33865 -0.73972 -0.34282 -0.7405 -0.34652 C -0.74206 -0.36597 -0.74414 -0.38472 -0.7405 -0.40439 C -0.73659 -0.42638 -0.72943 -0.4449 -0.72305 -0.46435 C -0.71094 -0.50138 -0.68998 -0.54097 -0.67422 -0.56875 C -0.65521 -0.603 -0.63868 -0.64213 -0.61693 -0.67106 C -0.58737 -0.71041 -0.55482 -0.74213 -0.52188 -0.77106 C -0.51472 -0.77731 -0.50599 -0.77384 -0.49818 -0.77546 C -0.49141 -0.77685 -0.48477 -0.77847 -0.47813 -0.77986 C -0.4556 -0.76574 -0.4319 -0.75694 -0.41068 -0.73773 C -0.40482 -0.7324 -0.40352 -0.71805 -0.39935 -0.70879 C -0.39519 -0.6993 -0.3892 -0.69259 -0.38568 -0.68217 C -0.36459 -0.62106 -0.35039 -0.55208 -0.32565 -0.4956 C -0.3198 -0.48217 -0.31368 -0.46921 -0.30808 -0.45555 C -0.30287 -0.44259 -0.29922 -0.42731 -0.2931 -0.4155 C -0.24805 -0.32847 -0.22409 -0.25925 -0.17318 -0.21111 C -0.16628 -0.20463 -0.15912 -0.19884 -0.15183 -0.19328 C -0.14076 -0.18518 -0.13008 -0.17291 -0.1181 -0.16921 C -0.09922 -0.16273 -0.07982 -0.16435 -0.06068 -0.16273 C -0.03998 -0.16597 -0.05313 -0.16111 -0.03321 -0.17569 C -0.02774 -0.17963 -0.02188 -0.18125 -0.01693 -0.1868 C -0.00209 -0.203 0.01211 -0.2206 0.02565 -0.24004 C 0.0401 -0.26064 0.05755 -0.29953 0.0694 -0.32453 C 0.07226 -0.34282 0.07838 -0.36689 0.07304 -0.38657 C 0.06015 -0.43541 0.03007 -0.46481 0.0056 -0.48888 C -0.02331 -0.51713 -0.07735 -0.53726 -0.10443 -0.54652 C -0.1142 -0.55 -0.12435 -0.54953 -0.13438 -0.55115 C -0.17683 -0.54213 -0.22006 -0.54097 -0.26185 -0.5243 C -0.28086 -0.51689 -0.29714 -0.49583 -0.31433 -0.47986 C -0.34154 -0.45509 -0.34727 -0.44907 -0.36693 -0.40879 C -0.38828 -0.36527 -0.40912 -0.32083 -0.42943 -0.27546 C -0.44271 -0.24629 -0.46602 -0.16851 -0.47188 -0.14675 C -0.47618 -0.13101 -0.478 -0.11365 -0.4819 -0.09768 C -0.48672 -0.078 -0.49271 -0.05925 -0.49818 -0.04004 C -0.49987 -0.01574 -0.49753 -0.02893 -0.50313 -0.01111 C -0.50664 -4.44444E-6 -0.50352 -0.00347 -0.50938 -4.44444E-6 C -0.53555 -0.10069 -0.49545 0.05047 -0.52813 -0.05995 C -0.53698 -0.08981 -0.54623 -0.11967 -0.55313 -0.15138 C -0.56302 -0.19652 -0.5698 -0.24305 -0.57813 -0.28888 C -0.57891 -0.30416 -0.5819 -0.36296 -0.5819 -0.38217 C -0.5819 -0.42638 -0.58164 -0.46967 -0.5806 -0.51319 C -0.58047 -0.52152 -0.57956 -0.52986 -0.57813 -0.53773 C -0.57657 -0.54629 -0.57474 -0.55486 -0.57188 -0.56226 C -0.56342 -0.58449 -0.55638 -0.61018 -0.5444 -0.62685 C -0.53516 -0.63912 -0.52578 -0.65115 -0.51693 -0.66458 C -0.51328 -0.66967 -0.51146 -0.68009 -0.5069 -0.68217 C -0.49024 -0.69027 -0.47266 -0.68958 -0.4556 -0.69351 C -0.45352 -0.69259 -0.45131 -0.69282 -0.44935 -0.69097 C -0.43763 -0.67986 -0.43907 -0.67662 -0.43308 -0.65578 C -0.4323 -0.62523 -0.42631 -0.59375 -0.4306 -0.56435 C -0.43503 -0.53472 -0.46289 -0.41134 -0.48568 -0.36226 C -0.49167 -0.3493 -0.49727 -0.33472 -0.5056 -0.32662 C -0.53568 -0.29838 -0.5681 -0.27916 -0.59935 -0.25601 C -0.60482 -0.25625 -0.61094 -0.25277 -0.61563 -0.25787 C -0.61862 -0.26088 -0.61823 -0.26944 -0.6181 -0.27546 C -0.6168 -0.35879 -0.62084 -0.403 -0.60313 -0.46875 C -0.59558 -0.49675 -0.55756 -0.60115 -0.55313 -0.61111 C -0.53529 -0.65162 -0.51615 -0.69027 -0.49558 -0.72662 C -0.48894 -0.73842 -0.48347 -0.753 -0.47565 -0.76203 C -0.46081 -0.77986 -0.44388 -0.79143 -0.42813 -0.80648 C -0.41146 -0.82268 -0.42526 -0.81481 -0.4069 -0.82222 C -0.4073 -0.8118 -0.4069 -0.80115 -0.40808 -0.79097 C -0.41407 -0.74328 -0.42917 -0.6706 -0.43933 -0.62916 C -0.44284 -0.61481 -0.44805 -0.60254 -0.45183 -0.58888 C -0.4543 -0.58032 -0.45599 -0.57106 -0.45808 -0.56226 C -0.45938 -0.55115 -0.4599 -0.51805 -0.46185 -0.52893 C -0.46589 -0.55 -0.46315 -0.57338 -0.46433 -0.5956 C -0.46654 -0.63402 -0.47188 -0.71111 -0.47188 -0.71111 C -0.4711 -0.73773 -0.47149 -0.76458 -0.4694 -0.79097 C -0.46849 -0.80254 -0.46719 -0.81504 -0.46315 -0.8243 C -0.46003 -0.83171 -0.45391 -0.83287 -0.44935 -0.83773 C -0.44766 -0.83958 -0.44636 -0.84305 -0.4444 -0.84444 C -0.44206 -0.84606 -0.43933 -0.8456 -0.43685 -0.84652 C -0.43021 -0.8493 -0.42357 -0.85254 -0.41693 -0.85555 C -0.41485 -0.85763 -0.41276 -0.86018 -0.41068 -0.86203 C -0.40951 -0.86319 -0.40782 -0.86273 -0.4069 -0.86435 C -0.40443 -0.86875 -0.40248 -0.87893 -0.40065 -0.88425 C -0.40052 -0.88449 -0.38828 -0.91759 -0.38685 -0.91967 C -0.3836 -0.92476 -0.38008 -0.92963 -0.37683 -0.93518 C -0.37097 -0.94583 -0.37032 -0.95532 -0.36185 -0.96412 C -0.3569 -0.96921 -0.35183 -0.9743 -0.34688 -0.97963 C -0.34427 -0.9824 -0.34206 -0.98634 -0.33933 -0.98865 C -0.33763 -0.99004 -0.32865 -0.99375 -0.32565 -0.99513 C -0.32357 -0.99745 -0.32162 -1.00046 -0.3194 -1.00185 C -0.31498 -1.00486 -0.31029 -1.00648 -0.3056 -1.00856 C -0.29519 -1.01319 -0.29545 -1.01273 -0.28568 -1.01527 C -0.2836 -1.01666 -0.28151 -1.01851 -0.27943 -1.01967 C -0.27735 -1.02083 -0.27526 -1.02106 -0.27318 -1.02199 C -0.27149 -1.02245 -0.2698 -1.02338 -0.2681 -1.02407 C -0.26602 -1.025 -0.26394 -1.02546 -0.26185 -1.02638 C -0.26055 -1.02685 -0.25938 -1.028 -0.25808 -1.02847 C -0.24896 -1.0324 -0.23998 -1.03819 -0.2306 -1.03958 L -0.21693 -1.04189 C -0.20638 -1.0456 -0.20313 -1.04675 -0.18933 -1.05069 C -0.18607 -1.05162 -0.18269 -1.05254 -0.17943 -1.053 C -0.16901 -1.05416 -0.1586 -1.05439 -0.14818 -1.05532 L -0.10938 -1.053 C -0.1069 -1.05277 -0.09362 -1.0493 -0.09063 -1.04861 C -0.08855 -1.04699 -0.08646 -1.04583 -0.08438 -1.04421 C -0.0819 -1.04213 -0.07956 -1.03912 -0.07696 -1.0375 C -0.07487 -1.03611 -0.07279 -1.03588 -0.07071 -1.03518 C -0.0681 -1.03217 -0.06576 -1.02916 -0.06315 -1.02638 C -0.05951 -1.02245 -0.05534 -1.01967 -0.05196 -1.01527 C -0.0474 -1.00925 -0.04362 -1.00162 -0.03946 -0.99513 C -0.03828 -0.99351 -0.03672 -0.99259 -0.03568 -0.99074 C -0.03243 -0.98495 -0.03138 -0.98009 -0.02943 -0.97291 C -0.0306 -0.91967 -0.03125 -0.86643 -0.03321 -0.81319 C -0.03334 -0.80648 -0.03529 -0.8 -0.03568 -0.79328 C -0.03646 -0.77847 -0.03607 -0.76365 -0.03685 -0.74884 C -0.03776 -0.73379 -0.03959 -0.71921 -0.04063 -0.70439 C -0.04206 -0.68379 -0.0431 -0.66296 -0.0444 -0.64213 C -0.04401 -0.628 -0.04375 -0.61388 -0.0431 -0.60023 C -0.04297 -0.59467 -0.04271 -0.58935 -0.04193 -0.58449 C -0.04102 -0.57963 -0.04037 -0.57407 -0.03815 -0.57106 C -0.0362 -0.56828 -0.03321 -0.56967 -0.0306 -0.56875 C -0.02149 -0.57037 -0.01211 -0.5699 -0.00313 -0.57338 C 0.03737 -0.58842 0.05091 -0.60277 0.08932 -0.63564 C 0.09244 -0.63796 0.09557 -0.6405 0.09804 -0.64444 C 0.1026 -0.65092 0.10612 -0.65972 0.11054 -0.66689 C 0.1125 -0.66944 0.11484 -0.67106 0.11679 -0.67338 C 0.12031 -0.67754 0.12343 -0.68217 0.12682 -0.68657 C 0.12812 -0.68819 0.12942 -0.68935 0.1306 -0.69097 C 0.13359 -0.69537 0.13645 -0.7 0.13932 -0.70439 C 0.14336 -0.69953 0.16172 -0.68101 0.1681 -0.66689 C 0.18411 -0.63078 0.20599 -0.60046 0.21562 -0.55763 C 0.23099 -0.48935 0.20377 -0.60902 0.23307 -0.48657 C 0.23619 -0.47338 0.23893 -0.45995 0.24179 -0.44652 C 0.2427 -0.40439 0.24401 -0.36226 0.2444 -0.32013 C 0.2444 -0.3155 0.24349 -0.31111 0.2431 -0.30671 C 0.2401 -0.27037 0.23997 -0.25 0.2319 -0.21574 C 0.22955 -0.20555 0.21744 -0.17638 0.21315 -0.16921 C 0.19974 -0.14513 0.18724 -0.11944 0.17187 -0.1 C 0.15781 -0.08217 0.14192 -0.06805 0.12565 -0.05787 C 0.08229 -0.03078 0.05547 -0.03449 0.01054 -0.03101 C -0.10078 -0.04768 -0.06276 -0.03194 -0.17435 -0.0912 C -0.178 -0.09305 -0.18151 -0.09583 -0.18438 -0.1 C -0.20287 -0.12777 -0.21719 -0.16504 -0.23815 -0.1868 C -0.24818 -0.19699 -0.25886 -0.20532 -0.2681 -0.21782 C -0.27318 -0.22453 -0.27761 -0.23287 -0.28308 -0.23773 C -0.2862 -0.2405 -0.28985 -0.23888 -0.2931 -0.24004 C -0.36836 -0.26435 -0.28815 -0.25046 -0.43685 -0.25324 C -0.44935 -0.25185 -0.46211 -0.25277 -0.47435 -0.24884 C -0.47644 -0.24814 -0.47696 -0.24305 -0.47813 -0.24004 C -0.48164 -0.23125 -0.47891 -0.23425 -0.48438 -0.23101 C -0.48894 -0.23402 -0.49453 -0.23425 -0.49818 -0.24004 C -0.51159 -0.26134 -0.50912 -0.28657 -0.51068 -0.3155 C -0.51016 -0.33333 -0.51068 -0.35115 -0.50938 -0.36875 C -0.5086 -0.37893 -0.5069 -0.38865 -0.50443 -0.39768 C -0.49232 -0.44074 -0.4806 -0.48425 -0.46563 -0.5243 C -0.44909 -0.56875 -0.43438 -0.5949 -0.41068 -0.6199 C -0.38256 -0.64953 -0.35443 -0.67916 -0.32565 -0.70648 C -0.32175 -0.71041 -0.31745 -0.71203 -0.31315 -0.71319 C -0.30365 -0.71643 -0.29401 -0.71759 -0.28438 -0.7199 C -0.26602 -0.71851 -0.24714 -0.72407 -0.22943 -0.7155 C -0.20847 -0.70578 -0.18998 -0.68402 -0.17058 -0.66689 C -0.12722 -0.62754 -0.08373 -0.54745 -0.05313 -0.49768 C -0.04493 -0.48425 -0.03881 -0.46689 -0.0306 -0.45324 C -0.01914 -0.43425 0.08724 -0.23912 0.14687 -0.17338 C 0.16237 -0.15625 0.17721 -0.13564 0.1944 -0.12453 C 0.21432 -0.11157 0.23606 -0.10972 0.2569 -0.10231 C 0.27643 -0.1037 0.28489 -0.09444 0.29687 -0.1199 C 0.29817 -0.12291 0.29765 -0.12731 0.29804 -0.13101 C 0.2931 -0.15694 0.28971 -0.18425 0.28307 -0.20879 C 0.28047 -0.21898 0.27552 -0.22708 0.27057 -0.23333 C 0.25625 -0.25324 0.24088 -0.27106 0.22565 -0.28888 C 0.1888 -0.33194 0.19648 -0.31736 0.13932 -0.34213 C 0.12513 -0.33958 0.11067 -0.33958 0.09687 -0.33333 C 0.07343 -0.32245 0.05078 -0.30671 0.02812 -0.2912 C 0.00924 -0.27847 -0.03021 -0.23356 -0.04193 -0.2199 C -0.06511 -0.19328 -0.08881 -0.16643 -0.11068 -0.13564 C -0.14493 -0.08726 -0.14506 -0.08402 -0.1806 -0.04444 C -0.1905 -0.03356 -0.20052 -0.02314 -0.21068 -0.01342 C -0.21342 -0.01064 -0.21628 -0.0074 -0.2194 -0.00671 C -0.23633 -0.00231 -0.25352 -0.00069 -0.27058 0.00232 C -0.30586 -0.00277 -0.33959 -0.00601 -0.37435 -0.02453 C -0.43451 -0.05648 -0.4931 -0.09652 -0.55183 -0.13564 C -0.55703 -0.13888 -0.56159 -0.14513 -0.56563 -0.15138 C -0.57006 -0.1581 -0.57318 -0.16759 -0.57683 -0.17569 C -0.57813 -0.20671 -0.58099 -0.23773 -0.5806 -0.26898 C -0.58047 -0.28009 -0.57982 -0.29213 -0.57565 -0.3 C -0.56576 -0.31851 -0.55339 -0.3331 -0.54063 -0.34444 C -0.52748 -0.35625 -0.50495 -0.36226 -0.48933 -0.36875 C -0.42657 -0.39513 -0.50521 -0.36412 -0.43568 -0.39097 C -0.38815 -0.37314 -0.38946 -0.38148 -0.3444 -0.32453 C -0.32071 -0.29444 -0.30365 -0.24675 -0.27683 -0.22708 C -0.0987 -0.09213 -0.17071 -0.12106 -0.0694 -0.08888 C -0.01355 -0.09189 0.04244 -0.08888 0.09804 -0.09768 C 0.1082 -0.0993 0.11679 -0.11134 0.12565 -0.1199 C 0.14375 -0.13796 0.15664 -0.15625 0.17057 -0.18217 C 0.17226 -0.18541 0.17304 -0.19004 0.17435 -0.19328 C 0.16393 -0.2125 0.15481 -0.23449 0.1431 -0.25115 C 0.13619 -0.26088 0.12747 -0.2655 0.1194 -0.27106 C 0.02148 -0.33842 0.02643 -0.325 -0.1056 -0.378 C -0.1099 -0.37731 -0.16745 -0.38009 -0.1806 -0.36041 C -0.21042 -0.31458 -0.23633 -0.2618 -0.26315 -0.21111 C -0.2944 -0.15208 -0.25586 -0.18888 -0.31185 -0.10671 C -0.34388 -0.05972 -0.37748 -0.01574 -0.41315 0.02223 C -0.42266 0.03241 -0.43477 0.03102 -0.44558 0.03542 C -0.45899 0.03033 -0.47253 0.02686 -0.48568 0.01991 C -0.48815 0.01852 -0.48998 0.01436 -0.49193 0.01112 C -0.51146 -0.02199 -0.52891 -0.05416 -0.54063 -0.1 C -0.55769 -0.16689 -0.58308 -0.30671 -0.58308 -0.30648 C -0.58568 -0.35763 -0.58711 -0.35231 -0.58308 -0.40208 C -0.58269 -0.40763 -0.58217 -0.41296 -0.5806 -0.41828 C -0.57084 -0.44814 -0.56628 -0.45532 -0.54818 -0.47106 C -0.50925 -0.50486 -0.51342 -0.49976 -0.47683 -0.51319 C -0.45482 -0.5125 -0.43021 -0.52893 -0.41068 -0.51111 C -0.38828 -0.49074 -0.31953 -0.36574 -0.27943 -0.32013 C -0.25482 -0.29189 -0.23047 -0.26319 -0.20443 -0.24004 C -0.10378 -0.15046 -0.05026 -0.0949 0.05065 -0.06666 C 0.06953 -0.06134 0.08893 -0.06365 0.10807 -0.06226 C 0.14101 -0.07453 0.14401 -0.05787 0.15429 -0.0912 C 0.15494 -0.09305 0.1552 -0.0956 0.1556 -0.09768 C 0.15677 -0.12106 0.1582 -0.13379 0.1556 -0.15787 C 0.15429 -0.1699 0.15312 -0.18287 0.14935 -0.19328 C 0.14414 -0.20787 0.1358 -0.21805 0.12929 -0.23101 C 0.12408 -0.24189 0.12018 -0.25463 0.11432 -0.26435 C 0.10299 -0.28333 0.01145 -0.43449 -0.0194 -0.44652 L -0.0819 -0.47106 C -0.15782 -0.46388 -0.17305 -0.47013 -0.24063 -0.44004 C -0.25261 -0.43472 -0.26368 -0.42384 -0.27565 -0.41828 C -0.31628 -0.39745 -0.35664 -0.37361 -0.39818 -0.36041 C -0.41993 -0.35277 -0.44232 -0.35717 -0.46433 -0.35555 C -0.46771 -0.35717 -0.47162 -0.35648 -0.47435 -0.36041 C -0.47618 -0.36226 -0.47644 -0.36713 -0.47683 -0.37106 C -0.47813 -0.38055 -0.47852 -0.39027 -0.47943 -0.4 C -0.48073 -0.45393 -0.49063 -0.50925 -0.4694 -0.55555 C -0.44896 -0.60023 -0.41315 -0.62199 -0.38438 -0.63796 C -0.30313 -0.6824 -0.31511 -0.67291 -0.23685 -0.67546 C -0.21276 -0.6493 -0.10157 -0.525 -0.07071 -0.50671 C 0.01328 -0.45694 -0.01953 -0.46365 0.02435 -0.45763 C 0.02513 -0.46064 0.02695 -0.46342 0.02682 -0.46666 C 0.02604 -0.48842 0.01185 -0.52291 0.00807 -0.53541 C 0.00573 -0.54351 0.00455 -0.55231 0.00182 -0.55995 C -0.00222 -0.57175 -0.00469 -0.58842 -0.01185 -0.59328 C -0.03855 -0.61157 -0.09571 -0.62685 -0.09571 -0.62638 C -0.13477 -0.61921 -0.17474 -0.6199 -0.21315 -0.60439 C -0.22357 -0.60023 -0.23047 -0.58194 -0.23815 -0.56875 C -0.253 -0.54328 -0.26771 -0.51759 -0.2806 -0.48888 C -0.41276 -0.19537 -0.19688 -0.64305 -0.36068 -0.23564 C -0.38568 -0.17338 -0.40638 -0.10509 -0.43568 -0.04884 C -0.48399 0.04399 -0.57006 0.01227 -0.62813 0.01783 C -0.63855 0.0007 -0.65013 -0.01435 -0.65938 -0.03333 C -0.66133 -0.03726 -0.66068 -0.04375 -0.66068 -0.04884 C -0.66068 -0.06898 -0.66276 -0.08981 -0.65938 -0.10879 C -0.64167 -0.2037 -0.6069 -0.27546 -0.56433 -0.34004 C -0.35886 -0.65185 -0.475 -0.48402 -0.36433 -0.58888 C -0.34063 -0.61157 -0.31901 -0.64074 -0.2944 -0.65995 C -0.26953 -0.67939 -0.24271 -0.68958 -0.21693 -0.70439 C -0.21355 -0.56064 -0.21328 -0.52569 -0.20443 -0.34907 C -0.20352 -0.3324 -0.20508 -0.31319 -0.19935 -0.3 C -0.17683 -0.24791 -0.14974 -0.20138 -0.12188 -0.15787 C -0.11433 -0.14583 -0.1043 -0.13912 -0.0944 -0.13564 C -0.07136 -0.12731 -0.04779 -0.12662 -0.02435 -0.12245 C 0.01393 -0.12523 0.05273 -0.12013 0.09062 -0.13101 C 0.11432 -0.13796 0.13606 -0.15879 0.15807 -0.17569 C 0.19609 -0.20463 0.22929 -0.26388 0.27057 -0.26898 L 0.28815 -0.27106 C 0.29388 -0.23657 0.29049 -0.26157 0.2931 -0.23101 C 0.29349 -0.22731 0.29648 -0.2206 0.2944 -0.2199 C 0.28476 -0.21759 0.27526 -0.22384 0.26562 -0.22453 L 0.11562 -0.23333 C 0.0858 -0.21736 0.06224 -0.2125 0.03815 -0.18217 C 0.02304 -0.16342 0.00911 -0.14189 -0.0056 -0.12245 C -0.00808 -0.11944 -0.01042 -0.1162 -0.01315 -0.11342 C -0.01836 -0.10902 -0.02396 -0.10601 -0.02943 -0.10231 C -0.03151 -0.103 -0.0336 -0.1037 -0.03568 -0.10439 C -0.03737 -0.10509 -0.03946 -0.10439 -0.04063 -0.10671 C -0.09766 -0.21018 -0.08477 -0.20532 -0.1444 -0.2912 C -0.16198 -0.31643 -0.17917 -0.34421 -0.19935 -0.36226 C -0.24714 -0.40555 -0.26888 -0.39838 -0.3194 -0.40208 C -0.38789 -0.37083 -0.36771 -0.39745 -0.42058 -0.24467 C -0.42539 -0.23078 -0.42487 -0.21342 -0.42683 -0.19814 C -0.42735 -0.19398 -0.42813 -0.18287 -0.42813 -0.1868 C -0.42813 -0.19166 -0.42722 -0.1956 -0.42683 -0.2 C -0.42552 -0.2206 -0.42435 -0.24143 -0.42318 -0.26226 C -0.42474 -0.36064 -0.42631 -0.45925 -0.42813 -0.55763 C -0.42891 -0.59861 -0.428 -0.5875 -0.4306 -0.61111 C -0.45013 -0.59722 -0.45052 -0.60069 -0.44193 -0.5199 C -0.43842 -0.48726 -0.42279 -0.43217 -0.40065 -0.4199 C -0.38737 -0.4125 -0.37318 -0.4125 -0.35938 -0.40879 C -0.29766 -0.41504 -0.23568 -0.4125 -0.17435 -0.42662 C -0.14792 -0.43287 -0.08295 -0.46944 -0.05443 -0.50671 C -0.02526 -0.54444 0.00143 -0.58819 0.02929 -0.62916 C 0.0306 -0.63402 0.03203 -0.63912 0.03307 -0.64444 C 0.0358 -0.65671 0.03658 -0.6662 0.03437 -0.64652 C 0.04101 -0.50949 0.04531 -0.37222 0.05429 -0.23564 C 0.05533 -0.21967 0.0595 -0.20463 0.06432 -0.19166 C 0.07135 -0.17245 0.07968 -0.15463 0.08932 -0.14027 C 0.097 -0.12893 0.10586 -0.11805 0.11562 -0.11342 C 0.12604 -0.1081 0.13724 -0.1118 0.14804 -0.11134 C 0.16263 -0.1162 0.17786 -0.11782 0.19179 -0.12662 C 0.22851 -0.15092 0.26432 -0.17986 0.29935 -0.21111 C 0.30703 -0.21782 0.31276 -0.23032 0.3194 -0.24004 C 0.32109 -0.24305 0.32226 -0.24699 0.32435 -0.24884 C 0.32565 -0.25 0.32239 -0.24467 0.32187 -0.24213 C 0.31614 -0.21504 0.31002 -0.18842 0.3056 -0.15995 C 0.29961 -0.12268 0.29557 -0.08449 0.29062 -0.04675 C 0.28307 -0.07777 0.2776 -0.11064 0.2681 -0.14027 C 0.18007 -0.41388 0.19974 -0.30162 0.1556 -0.48657 C 0.14257 -0.54097 0.1375 -0.603 0.1181 -0.65115 C 0.11015 -0.67106 0.11536 -0.66481 0.10312 -0.67106 C 0.09895 -0.66736 0.09427 -0.66527 0.09062 -0.65995 C 0.06406 -0.62268 -0.0017 -0.48287 -0.00443 -0.47777 C -0.02474 -0.43842 -0.0375 -0.37338 -0.06693 -0.36226 L -0.14935 -0.33148 C -0.19206 -0.33796 -0.19323 -0.3331 -0.2444 -0.37546 C -0.28464 -0.40879 -0.31901 -0.46643 -0.36185 -0.48657 L -0.42318 -0.5155 C -0.43529 -0.51388 -0.44063 -0.5162 -0.45065 -0.50671 C -0.453 -0.50439 -0.45482 -0.50069 -0.4569 -0.49768 C -0.44089 -0.55486 -0.46914 -0.45578 -0.41315 -0.6155 C -0.40977 -0.62523 -0.40821 -0.63634 -0.4056 -0.64652 C -0.40482 -0.64953 -0.40391 -0.65254 -0.40313 -0.65578 C -0.40261 -0.65763 -0.40157 -0.66458 -0.40183 -0.66226 C -0.40508 -0.63634 -0.40873 -0.61064 -0.41185 -0.58449 C -0.41589 -0.55185 -0.41758 -0.51851 -0.42318 -0.48657 C -0.4293 -0.45069 -0.43881 -0.41689 -0.44688 -0.38217 C -0.45039 -0.36713 -0.45808 -0.33796 -0.45808 -0.33796 C -0.45977 -0.33842 -0.46289 -0.33703 -0.46315 -0.34004 C -0.4668 -0.38032 -0.46602 -0.42175 -0.4694 -0.46226 C -0.4711 -0.48217 -0.47279 -0.50208 -0.47435 -0.52222 C -0.47526 -0.53333 -0.47605 -0.54444 -0.47683 -0.55555 C -0.48021 -0.54953 -0.48464 -0.54513 -0.48685 -0.53773 C -0.50638 -0.47453 -0.50873 -0.4368 -0.5194 -0.36435 C -0.51849 -0.32083 -0.51875 -0.27685 -0.51693 -0.23333 C -0.51667 -0.22893 -0.51472 -0.22546 -0.51315 -0.22222 C -0.51211 -0.2206 -0.51068 -0.21921 -0.50938 -0.21782 C -0.49076 -0.23425 -0.49467 -0.2287 -0.47435 -0.27361 C -0.41276 -0.41018 -0.42552 -0.36944 -0.40065 -0.46666 C -0.41185 -0.47546 -0.42214 -0.49097 -0.43438 -0.49328 C -0.4737 -0.50069 -0.51797 -0.46342 -0.55313 -0.4956 C -0.56888 -0.50995 -0.53842 -0.55277 -0.5319 -0.58217 C -0.51485 -0.65972 -0.50795 -0.70486 -0.4944 -0.78425 C -0.49102 -0.82662 -0.48711 -0.86875 -0.48438 -0.91088 C -0.48373 -0.92129 -0.48698 -0.89004 -0.48815 -0.87986 C -0.49024 -0.86064 -0.49232 -0.84143 -0.4944 -0.82222 C -0.4931 -0.80509 -0.49623 -0.78495 -0.49063 -0.77106 C -0.48789 -0.76412 -0.48425 -0.78379 -0.4819 -0.79097 C -0.4668 -0.83703 -0.45209 -0.88379 -0.43815 -0.93078 C -0.42878 -0.96273 -0.40677 -1.06342 -0.41185 -1.02847 C -0.41381 -1.01527 -0.42956 -0.9037 -0.43568 -0.87777 C -0.45209 -0.8074 -0.48815 -0.66875 -0.48815 -0.66851 C -0.49232 -0.62152 -0.49779 -0.5743 -0.50065 -0.52662 C -0.50078 -0.52407 -0.49805 -0.5206 -0.49688 -0.52222 C -0.47058 -0.55787 -0.44401 -0.59375 -0.42058 -0.63564 C -0.39766 -0.67662 -0.37865 -0.73449 -0.36433 -0.78657 C -0.36302 -0.79143 -0.36276 -0.79699 -0.36185 -0.80208 C -0.35092 -0.7493 -0.35495 -0.7162 -0.32683 -0.69768 C -0.32175 -0.69444 -0.31602 -0.69629 -0.31068 -0.69583 C -0.30769 -0.69907 -0.30456 -0.70231 -0.30183 -0.70648 C -0.30078 -0.70833 -0.30078 -0.71273 -0.29935 -0.71319 C -0.29336 -0.71643 -0.28685 -0.7162 -0.2806 -0.71759 C -0.25261 -0.73611 -0.26511 -0.7243 -0.22943 -0.78657 C -0.19961 -0.83865 -0.20131 -0.83842 -0.1806 -0.89074 C -0.17839 -0.84189 -0.17995 -0.80648 -0.16185 -0.76203 C -0.15495 -0.7449 -0.14362 -0.73449 -0.13308 -0.7243 C -0.12461 -0.71643 -0.11485 -0.71388 -0.1056 -0.70879 C -0.09818 -0.71203 -0.0892 -0.70949 -0.08321 -0.71759 C -0.0668 -0.74004 -0.04063 -0.79768 -0.04063 -0.79745 C -0.03946 -0.80509 -0.0362 -0.81226 -0.03685 -0.8199 C -0.03724 -0.82407 -0.04141 -0.81504 -0.04193 -0.81111 C -0.04571 -0.77893 -0.04688 -0.74583 -0.04935 -0.71319 C -0.04232 -0.68541 -0.04089 -0.65 -0.02813 -0.62916 C -0.02292 -0.62037 -0.01993 -0.65 -0.0181 -0.66226 C -0.01602 -0.67731 -0.01745 -0.69351 -0.01693 -0.70879 C -0.01654 -0.71921 -0.01797 -0.73032 -0.01563 -0.74004 C -0.01459 -0.74421 -0.01068 -0.74282 -0.00821 -0.74444 C -0.00352 -0.75625 0.00117 -0.76782 0.0056 -0.77986 C 0.01393 -0.803 0.01276 -0.79814 0.01562 -0.81319 C 0.02096 -0.77546 0.02174 -0.76898 0.03437 -0.70879 C 0.04192 -0.67268 0.04922 -0.63634 0.05937 -0.60208 C 0.07812 -0.53958 0.08828 -0.51018 0.1181 -0.47546 C 0.1207 -0.47245 0.12395 -0.47245 0.12682 -0.47106 C 0.12851 -0.47338 0.13112 -0.4743 0.1319 -0.47777 C 0.14531 -0.54768 0.14231 -0.5662 0.1444 -0.64444 C 0.14388 -0.65578 0.1431 -0.66689 0.1431 -0.67777 C 0.1431 -0.68009 0.1431 -0.6706 0.1444 -0.67106 C 0.14817 -0.67245 0.15104 -0.67847 0.15429 -0.68217 C 0.15846 -0.69259 0.16341 -0.70231 0.16679 -0.71319 C 0.17513 -0.74027 0.17487 -0.74259 0.17682 -0.76435 C 0.17604 -0.70277 0.17539 -0.64143 0.17435 -0.57986 C 0.17174 -0.42476 0.17096 -0.52523 0.17304 -0.4 C 0.17565 -0.50555 0.18007 -0.6155 0.1694 -0.7199 C 0.16731 -0.74004 0.16263 -0.68148 0.15937 -0.66226 C 0.15729 -0.60671 0.15442 -0.55115 0.15312 -0.4956 C 0.15221 -0.45763 0.14895 -0.46388 0.16054 -0.45555 C 0.16315 -0.46666 0.16705 -0.47708 0.1681 -0.48888 C 0.18515 -0.68055 0.17083 -0.7706 0.17929 -0.36875 C 0.17955 -0.36041 0.1819 -0.35254 0.18307 -0.34444 C 0.18658 -0.36921 0.18593 -0.36365 0.18932 -0.40879 C 0.19752 -0.51828 0.19609 -0.49884 0.19935 -0.59097 C 0.20104 -0.528 0.20312 -0.46527 0.20429 -0.40208 C 0.20442 -0.39838 0.20156 -0.39421 0.20312 -0.39097 C 0.20429 -0.38935 0.20547 -0.39583 0.2069 -0.39768 C 0.20885 -0.40046 0.22018 -0.40856 0.22057 -0.40879 C 0.23945 -0.47615 0.22968 -0.45138 0.22929 -0.4199 C 0.22838 -0.34328 0.21731 -0.35231 0.23437 -0.34213 C 0.24231 -0.35625 0.24036 -0.35069 0.2431 -0.38449 C 0.26836 -0.69675 0.2802 -0.73958 0.25065 -0.59791 C 0.24804 -0.56504 0.24622 -0.5324 0.2431 -0.5 C 0.23789 -0.44421 0.22565 -0.33333 0.22565 -0.3331 C 0.22513 -0.31782 0.22487 -0.30254 0.22435 -0.28657 C 0.22408 -0.27777 0.22304 -0.25115 0.22304 -0.25995 C 0.22304 -0.3162 0.22395 -0.37245 0.22435 -0.42893 C 0.22851 -0.35578 0.22747 -0.36944 0.24062 -0.23773 C 0.24414 -0.20208 0.24922 -0.16666 0.25312 -0.13101 C 0.2625 -0.04467 0.25416 -0.09004 0.26432 -0.04004 C 0.26315 -0.05555 0.26185 -0.07106 0.26054 -0.08657 C 0.26015 -0.09259 0.26054 -0.09884 0.25937 -0.10439 C 0.25833 -0.10972 0.25599 -0.11342 0.25429 -0.11782 C 0.23685 -0.10231 0.2414 -0.11296 0.23437 -0.07106 C 0.22929 -0.04166 0.22057 0.01783 0.22057 0.01806 C 0.21041 0.00857 0.22057 0.01968 0.21185 0.00232 C 0.2039 -0.01388 0.19713 -0.0331 0.18685 -0.04444 C 0.17851 -0.05393 0.1677 -0.05324 0.15807 -0.05787 C 0.14895 -0.03101 0.13724 -0.00671 0.1306 0.02223 C 0.12825 0.03241 0.12656 0.04954 0.1319 0.05556 C 0.13619 0.06042 0.13828 0.04144 0.14062 0.03334 C 0.14453 0.01968 0.14726 0.0051 0.15065 -0.00879 C 0.15104 -0.02083 0.1526 -0.03263 0.15182 -0.04444 C 0.15091 -0.06041 0.15078 -0.078 0.14557 -0.0912 C 0.13554 -0.11666 0.09075 -0.12199 0.08307 -0.12453 C 0.07356 -0.12152 0.06315 -0.12291 0.05429 -0.1155 C 0.03398 -0.09838 0.03346 -0.07338 0.02682 -0.04004 C 0.01705 -0.0706 0.01953 -0.06759 -0.00821 -0.0956 C -0.01302 -0.10046 -0.01901 -0.1 -0.02435 -0.10231 C -0.0461 -0.09699 -0.06784 -0.09282 -0.08946 -0.08657 C -0.09167 -0.08611 -0.09349 -0.08356 -0.09571 -0.08217 C -0.09727 -0.08125 -0.09896 -0.08078 -0.10065 -0.08009 C -0.09896 -0.08449 -0.09623 -0.08819 -0.09571 -0.09328 C -0.09519 -0.09722 -0.09597 -0.10416 -0.09818 -0.10439 C -0.11016 -0.10648 -0.12227 -0.10138 -0.13438 -0.1 C -0.1918 -0.06458 -0.25756 -0.02939 -0.3069 0.03334 C -0.32696 0.0588 -0.33776 0.10139 -0.35313 0.13542 C -0.35352 0.14144 -0.35743 0.15579 -0.35443 0.15325 C -0.33217 0.13473 -0.33217 0.10741 -0.32565 0.07107 C -0.32774 0.02894 -0.3155 -0.02476 -0.3319 -0.05555 C -0.38099 -0.14838 -0.45248 -0.10555 -0.50808 -0.0912 C -0.51524 -0.08148 -0.5237 -0.0743 -0.52943 -0.06226 C -0.53099 -0.05879 -0.5306 -0.05023 -0.52813 -0.04884 C -0.52331 -0.04629 -0.5181 -0.05185 -0.51315 -0.05324 C -0.48607 -0.075 -0.47058 -0.07986 -0.4556 -0.14027 C -0.45313 -0.15 -0.46146 -0.15949 -0.46433 -0.16921 C -0.47266 -0.15486 -0.48217 -0.14259 -0.48933 -0.12662 C -0.48998 -0.12523 -0.49193 -0.10324 -0.48933 -0.1 C -0.48698 -0.09675 -0.4836 -0.09861 -0.4806 -0.09768 C -0.47644 -0.10231 -0.47071 -0.1037 -0.4681 -0.11134 C -0.43724 -0.19884 -0.43855 -0.24236 -0.42565 -0.34907 C -0.4349 -0.42662 -0.42878 -0.44467 -0.46693 -0.4956 C -0.47188 -0.50231 -0.47943 -0.49838 -0.48568 -0.5 C -0.49141 -0.49027 -0.50013 -0.48425 -0.50313 -0.47106 C -0.54948 -0.26713 -0.54258 -0.32361 -0.49193 -0.14884 C -0.47644 -0.16365 -0.45651 -0.16921 -0.44558 -0.19328 C -0.39948 -0.29722 -0.40222 -0.36041 -0.3931 -0.47777 C -0.39232 -0.52731 -0.38828 -0.57708 -0.39063 -0.62685 C -0.39128 -0.64004 -0.39532 -0.65509 -0.40183 -0.66226 C -0.4069 -0.66782 -0.41355 -0.65925 -0.4194 -0.65763 C -0.4306 -0.64814 -0.44323 -0.64236 -0.45313 -0.62916 C -0.47513 -0.59861 -0.48112 -0.56944 -0.4931 -0.52893 C -0.49193 -0.5162 -0.49519 -0.48333 -0.48933 -0.49097 C -0.43477 -0.56435 -0.4349 -0.6162 -0.41693 -0.7199 C -0.41524 -0.74722 -0.40326 -0.77916 -0.41185 -0.80208 C -0.41745 -0.81689 -0.43073 -0.78703 -0.43685 -0.77314 C -0.45287 -0.73726 -0.46355 -0.69467 -0.47683 -0.65578 C -0.47774 -0.63796 -0.48894 -0.59652 -0.47943 -0.60208 C -0.46927 -0.60833 -0.47344 -0.63888 -0.47318 -0.65763 C -0.47266 -0.68819 -0.47565 -0.71851 -0.47683 -0.74884 C -0.49857 -0.74166 -0.52214 -0.74421 -0.54193 -0.72662 C -0.60078 -0.6743 -0.6194 -0.57083 -0.64935 -0.47546 C -0.62605 -0.44583 -0.60651 -0.40324 -0.57943 -0.38657 C -0.54909 -0.36851 -0.48269 -0.43425 -0.46315 -0.45324 C -0.43828 -0.47777 -0.4142 -0.50509 -0.39063 -0.53333 C -0.36198 -0.56759 -0.36615 -0.56388 -0.37943 -0.55995 C -0.40065 -0.53472 -0.37943 -0.55879 -0.34818 -0.64652 C -0.34623 -0.65185 -0.34167 -0.66851 -0.3444 -0.66458 C -0.34948 -0.65694 -0.35183 -0.64513 -0.3556 -0.63564 C -0.3569 -0.61921 -0.3599 -0.603 -0.35938 -0.58657 C -0.35612 -0.47638 -0.29349 -0.6243 -0.2681 -0.65578 C -0.26146 -0.68541 -0.25013 -0.71273 -0.24818 -0.74444 C -0.24727 -0.75833 -0.26159 -0.72662 -0.26433 -0.71319 C -0.27448 -0.66458 -0.27852 -0.6125 -0.28568 -0.56226 C -0.28217 -0.50277 -0.29206 -0.46365 -0.2556 -0.44236 C -0.25026 -0.43912 -0.2448 -0.44814 -0.23933 -0.45115 C -0.22852 -0.47476 -0.21563 -0.49583 -0.2069 -0.52222 C -0.19714 -0.55138 -0.19636 -0.57152 -0.1944 -0.60023 C -0.19102 -0.59398 -0.18894 -0.58449 -0.18438 -0.58217 C -0.14519 -0.56111 -0.05573 -0.57268 -0.0319 -0.57338 C -0.02826 -0.60231 -0.02539 -0.61713 -0.0306 -0.65324 C -0.03256 -0.66689 -0.03685 -0.68055 -0.0431 -0.68888 C -0.04857 -0.69583 -0.05651 -0.69351 -0.06315 -0.69583 C -0.06563 -0.68819 -0.07045 -0.68217 -0.07071 -0.67338 C -0.07344 -0.5787 -0.06901 -0.56782 -0.0431 -0.49097 C -0.0418 -0.48703 -0.03894 -0.48518 -0.03685 -0.48217 C -0.03112 -0.49097 -0.02253 -0.49629 -0.0194 -0.50879 C -0.01133 -0.54074 -0.01289 -0.58773 -0.01446 -0.62222 C -0.01459 -0.62523 -0.01524 -0.628 -0.01563 -0.63101 C -0.01485 -0.63842 -0.01381 -0.64606 -0.01315 -0.65324 C -0.01211 -0.66458 -0.01485 -0.67824 -0.01068 -0.68657 C -0.00834 -0.69143 -0.00782 -0.67338 -0.00443 -0.67106 C 0.00234 -0.66689 0.00976 -0.66967 0.01679 -0.66875 C 0.02435 -0.67175 0.03203 -0.67384 0.03932 -0.67777 C 0.04205 -0.67916 0.04414 -0.68541 0.04687 -0.68472 C 0.05013 -0.68333 0.05195 -0.67708 0.05429 -0.67338 C 0.06106 -0.66226 0.06692 -0.6493 0.07435 -0.64004 C 0.10924 -0.59629 0.10573 -0.60185 0.13815 -0.58657 C 0.1414 -0.59259 0.14687 -0.59629 0.14804 -0.60439 C 0.14961 -0.61481 0.14726 -0.62546 0.14557 -0.63564 C 0.14349 -0.64791 0.13489 -0.65856 0.13685 -0.67106 C 0.13802 -0.67893 0.14492 -0.6625 0.14935 -0.65995 C 0.15507 -0.65648 0.16106 -0.65578 0.16679 -0.65324 C 0.16849 -0.65254 0.17018 -0.65185 0.17187 -0.65115 C 0.17226 -0.64768 0.17226 -0.64328 0.17304 -0.64004 C 0.17812 -0.61944 0.18385 -0.60787 0.19062 -0.58888 C 0.19244 -0.58379 0.19388 -0.57847 0.19557 -0.57338 C 0.19596 -0.57546 0.19661 -0.57754 0.19687 -0.57986 C 0.20065 -0.61782 0.19987 -0.61388 0.19687 -0.65763 C 0.19544 -0.67847 0.19179 -0.69907 0.19179 -0.7199 C 0.19179 -0.72592 0.19518 -0.70949 0.19687 -0.70439 C 0.19765 -0.71319 0.19895 -0.72199 0.19935 -0.73125 C 0.20026 -0.75324 0.18828 -0.80138 0.20065 -0.79768 C 0.21445 -0.79351 0.20898 -0.74976 0.21432 -0.72662 C 0.2194 -0.70509 0.22604 -0.68541 0.2319 -0.66458 C 0.23099 -0.71319 0.22656 -0.76226 0.22929 -0.81111 C 0.23007 -0.82453 0.23216 -0.78171 0.23815 -0.77314 C 0.24114 -0.76875 0.24062 -0.78657 0.24179 -0.79328 C 0.2427 -0.79027 0.24375 -0.7875 0.2444 -0.78425 C 0.24505 -0.78078 0.24648 -0.76736 0.24687 -0.76435 C 0.24765 -0.74722 0.2483 -0.73032 0.24935 -0.71319 C 0.24961 -0.70879 0.25078 -0.69537 0.25065 -0.7 C 0.24895 -0.7324 0.24843 -0.74976 0.23932 -0.77986 C 0.22773 -0.81898 0.22174 -0.81226 0.19687 -0.8287 C 0.05195 -0.76041 0.0806 -0.81713 0.00182 -0.67106 C -0.00039 -0.66689 -0.00065 -0.66064 -0.00196 -0.65578 C -0.00144 -0.66134 -0.00013 -0.66736 -0.00065 -0.67338 C -0.00105 -0.67754 -0.00196 -0.68541 -0.00443 -0.68472 C -0.02162 -0.67939 -0.03789 -0.66782 -0.05443 -0.65763 C -0.11953 -0.61759 -0.08529 -0.62615 -0.11693 -0.6199 C -0.1198 -0.6206 -0.12292 -0.62037 -0.12565 -0.62222 C -0.13099 -0.62615 -0.1349 -0.63842 -0.14063 -0.63796 C -0.19011 -0.63101 -0.23894 -0.6125 -0.28815 -0.60023 L -0.35065 -0.55324 C -0.35482 -0.55023 -0.3556 -0.54907 -0.35313 -0.55763 C -0.3487 -0.57338 -0.34336 -0.58819 -0.33933 -0.60439 C -0.33581 -0.61875 -0.3336 -0.63402 -0.3306 -0.64884 C -0.3319 -0.66458 -0.32904 -0.6831 -0.33438 -0.69583 C -0.33802 -0.70393 -0.3461 -0.69861 -0.35183 -0.69768 C -0.36198 -0.69629 -0.37188 -0.69189 -0.3819 -0.68888 L -0.42943 -0.65115 C -0.43177 -0.6493 -0.43425 -0.64699 -0.43685 -0.64652 C -0.43985 -0.64629 -0.44271 -0.64814 -0.44558 -0.64884 C -0.50287 -0.60439 -0.48386 -0.62268 -0.57318 -0.48888 C -0.58894 -0.46527 -0.60144 -0.43541 -0.61563 -0.40879 C -0.62149 -0.37986 -0.62982 -0.35231 -0.63308 -0.32222 C -0.63386 -0.31597 -0.63047 -0.3074 -0.62683 -0.30671 C -0.61107 -0.30416 -0.59519 -0.31111 -0.57943 -0.31388 C -0.56901 -0.31713 -0.5586 -0.32129 -0.54818 -0.32453 C -0.54154 -0.32662 -0.52865 -0.3412 -0.52813 -0.32893 C -0.51758 -0.11203 -0.50118 -0.12314 -0.55313 -0.1155 C -0.55183 -0.11342 -0.55092 -0.11064 -0.54935 -0.10879 C -0.54753 -0.10671 -0.54532 -0.1037 -0.5431 -0.10439 C -0.51498 -0.11296 -0.48724 -0.12523 -0.45938 -0.13564 C -0.46146 -0.1243 -0.48477 -0.01412 -0.47058 -0.01342 C -0.44909 -0.01226 -0.43724 -0.06226 -0.42058 -0.08657 C -0.41368 -0.12407 -0.42435 -0.07106 -0.4056 -0.00671 C -0.39362 0.0345 -0.38881 0.03519 -0.37318 0.04445 C -0.34727 0.03218 -0.35209 0.04005 -0.32943 -0.00671 C -0.30521 -0.05648 -0.32618 -0.03518 -0.30808 -0.05115 C -0.2142 0.05764 -0.25951 0.02477 -0.17683 0.06667 C -0.15235 0.06297 -0.12761 0.06158 -0.10313 0.05556 C -0.09779 0.05417 -0.09649 0.04283 -0.0931 0.03774 C -0.08464 0.02524 -0.0767 0.01088 -0.06693 0.00232 C -0.06042 -0.00347 -0.05287 -0.00347 -0.04571 -0.00439 C -0.01732 -0.00856 0.01106 -0.01041 0.03932 -0.01342 C 0.05312 -0.01689 0.13125 -0.03518 0.1444 -0.04444 C 0.16289 -0.05763 0.17851 -0.08148 0.19557 -0.1 C 0.18685 -0.13101 0.18346 -0.16921 0.1694 -0.19328 C 0.09453 -0.32106 0.02799 -0.39652 -0.07071 -0.43773 C -0.10078 -0.45046 -0.1323 -0.44652 -0.16315 -0.45115 C -0.278 -0.39189 -0.29467 -0.41435 -0.36563 -0.31388 C -0.37787 -0.29606 -0.38815 -0.27523 -0.39935 -0.25601 C -0.39688 -0.27268 -0.39323 -0.28912 -0.39193 -0.30671 C -0.38529 -0.39745 -0.38412 -0.46921 -0.3819 -0.55763 C -0.38269 -0.58356 -0.37787 -0.61226 -0.38438 -0.63564 C -0.38946 -0.65347 -0.3875 -0.5956 -0.38685 -0.57546 C -0.38581 -0.54259 -0.38503 -0.50902 -0.37943 -0.47777 C -0.36784 -0.41365 -0.35026 -0.35324 -0.33568 -0.2912 C -0.33477 -0.25787 -0.34375 -0.21898 -0.33308 -0.19166 C -0.32696 -0.175 -0.31107 -0.19421 -0.30065 -0.2 C -0.28386 -0.20925 -0.2668 -0.21898 -0.25183 -0.23564 C -0.20196 -0.2912 -0.15534 -0.35601 -0.1069 -0.4155 C -0.10287 -0.42037 -0.0944 -0.42893 -0.0944 -0.4287 C -0.09831 -0.39421 -0.09662 -0.41064 -0.10065 -0.34004 C -0.10248 -0.3074 -0.10404 -0.27523 -0.1056 -0.24213 C -0.10352 -0.22546 -0.10196 -0.1743 -0.09935 -0.19166 C -0.09284 -0.23333 -0.09076 -0.27847 -0.0931 -0.32222 C -0.09545 -0.36527 -0.1017 -0.40856 -0.11315 -0.44652 C -0.15365 -0.58009 -0.17839 -0.5625 -0.25808 -0.61111 C -0.27891 -0.60069 -0.30248 -0.60069 -0.32058 -0.57986 C -0.35534 -0.54004 -0.38698 -0.49004 -0.41315 -0.43333 C -0.45222 -0.34838 -0.47162 -0.19328 -0.48815 -0.0956 C -0.48894 -0.07916 -0.49662 -0.03425 -0.49063 -0.04675 C -0.46628 -0.09652 -0.44935 -0.15648 -0.4306 -0.21342 C -0.29467 -0.62708 -0.42565 -0.2581 -0.3444 -0.48449 C -0.34193 -0.41504 -0.34128 -0.3449 -0.33685 -0.27546 C -0.33633 -0.26574 -0.33308 -0.29444 -0.33308 -0.30439 C -0.33347 -0.34814 -0.33399 -0.39259 -0.33815 -0.43541 C -0.34519 -0.50879 -0.34037 -0.50185 -0.35808 -0.51782 C -0.35977 -0.5074 -0.3625 -0.49745 -0.36315 -0.48657 C -0.37227 -0.33055 -0.35235 -0.38611 -0.37435 -0.33148 C -0.3806 -0.34004 -0.38776 -0.34745 -0.3931 -0.35763 C -0.39701 -0.36527 -0.39701 -0.37893 -0.40183 -0.38449 C -0.40586 -0.38865 -0.41107 -0.38287 -0.41563 -0.38217 C -0.41185 -0.37986 -0.40834 -0.37662 -0.40443 -0.37546 C -0.27761 -0.33958 -0.24831 -0.35347 -0.07565 -0.34444 C -0.0586 -0.35023 -0.04089 -0.35231 -0.02435 -0.36226 C -0.02201 -0.36365 -0.02058 -0.37592 -0.02318 -0.37546 C -0.1017 -0.36273 -0.17982 -0.34143 -0.25808 -0.32453 C -0.25443 -0.2956 -0.25717 -0.26111 -0.24688 -0.23773 C -0.1961 -0.12129 -0.08112 -0.1412 -0.0194 -0.12662 C 0.01054 -0.12824 0.06966 -0.07777 0.07057 -0.13101 C 0.07109 -0.16273 -0.01237 -0.19745 -0.0431 -0.20671 C -0.04727 -0.20787 -0.05144 -0.2081 -0.0556 -0.20879 C -0.10196 -0.19976 -0.15573 -0.18773 -0.19935 -0.19328 C -0.2056 -0.19421 -0.20769 -0.20972 -0.21185 -0.21782 L -0.11433 -0.3155 C -0.11003 -0.32013 -0.09844 -0.31875 -0.10065 -0.32662 C -0.103 -0.33495 -0.11094 -0.32384 -0.11563 -0.32013 C -0.23217 -0.22546 -0.19987 -0.26458 -0.26185 -0.17569 C -0.25769 -0.17476 -0.25339 -0.17106 -0.24935 -0.17338 C -0.14232 -0.23217 -0.14284 -0.24027 -0.04571 -0.32662 C -0.09649 -0.34305 -0.07761 -0.33958 -0.17943 -0.3 C -0.19154 -0.29513 -0.22318 -0.25787 -0.21315 -0.27106 C -0.19154 -0.29976 -0.1444 -0.34652 -0.1444 -0.34629 C -0.15769 -0.37013 -0.15365 -0.36713 -0.18933 -0.35763 C -0.20456 -0.35393 -0.21862 -0.34189 -0.23308 -0.33333 C -0.2349 -0.33217 -0.23633 -0.32986 -0.23815 -0.32893 C -0.25052 -0.32222 -0.27019 -0.31435 -0.28308 -0.30902 C -0.21211 -0.37199 -0.1267 -0.38634 -0.06315 -0.47106 C -0.05482 -0.48217 -0.02774 -0.50463 -0.03815 -0.50439 C -0.08151 -0.50347 -0.12396 -0.48078 -0.16693 -0.46875 C -0.22526 -0.47106 -0.3448 -0.37199 -0.34193 -0.47546 C -0.33868 -0.58935 -0.22045 -0.55115 -0.16315 -0.60208 C -0.15899 -0.60578 -0.14623 -0.61597 -0.15065 -0.61319 C -0.28685 -0.53148 -0.23998 -0.56203 -0.37943 -0.42476 C -0.31068 -0.42175 -0.27956 -0.41412 -0.20313 -0.45763 C -0.16888 -0.47731 -0.13894 -0.5155 -0.1069 -0.54444 C -0.1086 -0.54652 -0.10977 -0.55115 -0.11185 -0.55115 C -0.25847 -0.55115 -0.20808 -0.54722 -0.3819 -0.4199 C -0.3823 -0.4074 -0.38972 -0.38703 -0.38308 -0.38217 C -0.32748 -0.3412 -0.25 -0.39421 -0.20065 -0.41342 C -0.18243 -0.45787 -0.17552 -0.46018 -0.24688 -0.44652 C -0.27578 -0.4412 -0.30352 -0.42314 -0.3319 -0.41111 C -0.35026 -0.37986 -0.3737 -0.35625 -0.38685 -0.31782 C -0.39063 -0.3074 -0.38138 -0.28888 -0.37435 -0.28657 C -0.35183 -0.27916 -0.32852 -0.28958 -0.3056 -0.2912 C -0.28855 -0.30509 -0.27097 -0.31759 -0.25443 -0.33333 C -0.25052 -0.33703 -0.2487 -0.34768 -0.2444 -0.34907 C -0.23203 -0.35231 -0.2194 -0.34745 -0.2069 -0.34652 C -0.17227 -0.33634 -0.13789 -0.32384 -0.10313 -0.3155 C -0.08789 -0.31226 -0.04167 -0.30601 -0.0569 -0.31111 C -0.09154 -0.32291 -0.12683 -0.32731 -0.16185 -0.33564 C -0.22019 -0.31064 -0.28373 -0.30949 -0.33685 -0.25995 C -0.35118 -0.24675 -0.31355 -0.21736 -0.29818 -0.20879 C -0.26927 -0.19351 -0.23815 -0.19699 -0.20808 -0.19166 C -0.06615 -0.21921 -0.05508 -0.18287 0.05182 -0.32893 C 0.06263 -0.34375 0.06601 -0.37037 0.07304 -0.39097 C 0.07148 -0.41666 0.07578 -0.4456 0.0681 -0.46666 C 0.03658 -0.55463 -0.11237 -0.53842 -0.12058 -0.54004 C -0.20313 -0.52963 -0.2875 -0.54143 -0.3681 -0.50879 C -0.39558 -0.49768 -0.43477 -0.46319 -0.43308 -0.41342 C -0.43138 -0.35902 -0.38568 -0.34513 -0.36185 -0.31111 C -0.23151 -0.32893 -0.10078 -0.3405 0.02929 -0.36435 C 0.03359 -0.36527 0.03971 -0.38217 0.03554 -0.38449 C 0.01015 -0.39768 -0.01693 -0.39629 -0.0431 -0.40208 C -0.57201 -0.35486 -0.42084 -0.21273 -0.3306 -0.50671 L -0.32318 -0.53101 C -0.3194 -0.48217 -0.32878 -0.42361 -0.31185 -0.38449 C -0.23412 -0.20486 -0.22865 -0.23194 -0.16185 -0.28009 C -0.15235 -0.29629 -0.13763 -0.30671 -0.13308 -0.32893 C -0.12136 -0.38796 -0.10677 -0.50717 -0.14688 -0.55763 C -0.1694 -0.58611 -0.19857 -0.59213 -0.22435 -0.60902 C -0.3194 -0.55162 -0.38842 -0.55625 -0.43438 -0.38217 C -0.44649 -0.33634 -0.43933 -0.28171 -0.44193 -0.23101 C -0.41849 -0.18518 -0.40404 -0.11713 -0.37188 -0.09328 C -0.26498 -0.01458 -0.11719 -0.1493 -0.02943 -0.2 C -0.01862 -0.22152 -0.00378 -0.23819 0.00312 -0.26435 C 0.00898 -0.28657 0.01276 -0.3155 0.0069 -0.33796 C -0.03386 -0.48981 -0.10078 -0.48541 -0.18685 -0.54004 C -0.2444 -0.52662 -0.30547 -0.53796 -0.35938 -0.5 C -0.44714 -0.43796 -0.428 -0.25162 -0.38933 -0.14444 C -0.32019 0.04815 -0.26797 0.05348 -0.16693 0.1132 C -0.1069 0.07176 -0.03711 0.06042 0.01315 -0.01111 C 0.03476 -0.04189 0.02565 -0.10879 0.02304 -0.15787 C 0.01198 -0.37569 -0.00925 -0.46851 -0.10938 -0.61111 C -0.13308 -0.64467 -0.16602 -0.64953 -0.1944 -0.66875 C -0.23021 -0.58449 -0.2823 -0.51527 -0.30183 -0.4155 C -0.33125 -0.2662 -0.24167 -0.09745 -0.19935 -0.00879 C -0.19636 -0.00254 -0.19024 -0.00601 -0.18568 -0.00439 C -0.18308 -0.02824 -0.1793 -0.05162 -0.17813 -0.07546 C -0.16993 -0.25601 -0.17761 -0.31736 -0.21563 -0.5199 C -0.22683 -0.57939 -0.2431 -0.56898 -0.2681 -0.57106 C -0.2698 -0.53333 -0.27435 -0.4956 -0.27318 -0.45763 C -0.26967 -0.34143 -0.25352 -0.24791 -0.20065 -0.16435 C -0.18516 -0.14027 -0.16068 -0.14513 -0.14063 -0.13564 C -0.12227 -0.16759 -0.09766 -0.19097 -0.08568 -0.23101 C -0.05964 -0.31805 -0.05821 -0.46527 -0.10938 -0.53333 C -0.14037 -0.5743 -0.18438 -0.56597 -0.22188 -0.58217 C -0.26185 -0.55856 -0.31211 -0.56412 -0.34193 -0.51111 C -0.40157 -0.40532 -0.36836 -0.22407 -0.32435 -0.13379 C -0.30586 -0.09513 -0.27435 -0.08588 -0.24935 -0.06226 C -0.22318 -0.07106 -0.19323 -0.06365 -0.17058 -0.08888 C -0.07409 -0.19675 -0.09636 -0.27129 -0.08815 -0.45324 C -0.09727 -0.49467 -0.09688 -0.54838 -0.11563 -0.57777 C -0.22201 -0.74421 -0.23594 -0.71643 -0.34558 -0.71111 C -0.37735 -0.67106 -0.42084 -0.65046 -0.44063 -0.59097 C -0.48125 -0.46967 -0.45743 -0.30902 -0.40065 -0.22222 C -0.37709 -0.18611 -0.34232 -0.18379 -0.31315 -0.16435 C -0.29141 -0.16597 -0.26628 -0.14768 -0.24818 -0.16921 C -0.15131 -0.28263 -0.10105 -0.40763 -0.20313 -0.58657 C -0.23464 -0.64213 -0.28646 -0.64004 -0.32813 -0.66689 C -0.48073 -0.55601 -0.55886 -0.6199 -0.52058 -0.32013 C -0.51446 -0.27199 -0.49063 -0.23703 -0.47565 -0.1956 C -0.44857 -0.20601 -0.41615 -0.19652 -0.3944 -0.22708 C -0.37852 -0.24953 -0.37904 -0.29513 -0.37943 -0.33148 C -0.38112 -0.50486 -0.3987 -0.48009 -0.47435 -0.57338 C -0.52852 -0.55254 -0.58412 -0.54097 -0.63685 -0.51111 C -0.67409 -0.49004 -0.66993 -0.48125 -0.6642 -0.45115 C -0.61615 -0.46759 -0.5836 -0.47708 -0.5306 -0.51111 C -0.48464 -0.5405 -0.43985 -0.57615 -0.39558 -0.61319 C -0.37969 -0.62685 -0.36563 -0.64606 -0.35065 -0.66226 C -0.33907 -0.69305 -0.34102 -0.68425 -0.39935 -0.65578 C -0.44922 -0.63101 -0.49766 -0.59953 -0.54688 -0.57106 C -0.57852 -0.53402 -0.61641 -0.50995 -0.64193 -0.45995 C -0.69024 -0.36527 -0.6306 -0.27569 -0.58685 -0.23564 C -0.56459 -0.21504 -0.53685 -0.22708 -0.51185 -0.22222 C -0.40404 -0.25347 -0.36198 -0.22893 -0.28685 -0.37338 C -0.27865 -0.38935 -0.28438 -0.41666 -0.28308 -0.43773 C -0.29818 -0.44745 -0.31224 -0.4699 -0.32813 -0.46666 C -0.4694 -0.43703 -0.45612 -0.4125 -0.54558 -0.25324 C -0.54349 -0.22083 -0.54545 -0.1868 -0.53933 -0.15555 C -0.53763 -0.14675 -0.52826 -0.13773 -0.52435 -0.14444 C -0.50847 -0.17245 -0.50026 -0.21111 -0.48815 -0.24467 C -0.48568 -0.31412 -0.4823 -0.38356 -0.4806 -0.45324 C -0.4793 -0.5074 -0.48386 -0.56203 -0.47943 -0.6155 C -0.47813 -0.63032 -0.47266 -0.58773 -0.47058 -0.57338 C -0.4655 -0.53657 -0.46224 -0.4993 -0.45808 -0.46226 C -0.45365 -0.18541 -0.50144 -0.06713 -0.38685 -0.22893 C -0.35834 -0.26921 -0.3336 -0.31782 -0.3069 -0.36226 C -0.29649 -0.40069 -0.28308 -0.43703 -0.27565 -0.47777 C -0.27279 -0.49328 -0.27071 -0.51458 -0.27683 -0.52662 C -0.28386 -0.54004 -0.29688 -0.53402 -0.3069 -0.53773 C -0.33568 -0.50671 -0.36927 -0.48657 -0.3931 -0.44444 C -0.43334 -0.37361 -0.42539 -0.25925 -0.42813 -0.17338 C -0.42435 -0.15787 -0.42605 -0.12199 -0.41693 -0.12662 C -0.36628 -0.15254 -0.31342 -0.30925 -0.28933 -0.36689 C -0.28399 -0.39421 -0.2767 -0.4206 -0.27318 -0.44884 C -0.27162 -0.46041 -0.26914 -0.49189 -0.27435 -0.48449 C -0.28464 -0.4699 -0.28607 -0.44282 -0.29193 -0.42222 C -0.29453 -0.24467 -0.31159 -0.26782 -0.25183 -0.13101 C -0.24896 -0.12453 -0.24271 -0.12662 -0.23815 -0.12453 C -0.19362 -0.1493 -0.08985 -0.20463 -0.05196 -0.23773 C -0.02657 -0.25995 -0.00521 -0.29398 0.0181 -0.32222 C 0.02304 -0.33564 0.03151 -0.34652 0.03307 -0.36226 C 0.03372 -0.36875 0.02513 -0.37662 0.02304 -0.37106 C 0.01106 -0.33958 0.0056 -0.30138 -0.00313 -0.26666 C 0.0052 -0.21782 0.01054 -0.16689 0.02187 -0.1199 C 0.02395 -0.11157 0.03047 -0.10555 0.03554 -0.10671 C 0.04283 -0.1081 0.04804 -0.1199 0.05429 -0.12662 C 0.07643 -0.18449 0.10013 -0.24027 0.12057 -0.3 C 0.13398 -0.33958 0.14466 -0.38078 0.1556 -0.42222 C 0.1569 -0.42685 0.15924 -0.44074 0.1569 -0.43773 C 0.11979 -0.39189 0.08828 -0.33171 0.04935 -0.2912 C -0.03998 -0.19814 0.00429 -0.22546 -0.0806 -0.1956 C -0.17331 -0.20694 -0.22058 -0.20486 -0.31315 -0.25324 C -0.3349 -0.26481 -0.35391 -0.28888 -0.37435 -0.30671 C -0.37813 -0.37546 -0.38477 -0.36527 -0.33438 -0.4155 C -0.27969 -0.4706 -0.17826 -0.51018 -0.12683 -0.53541 C -0.09896 -0.53032 -0.05873 -0.56157 -0.0431 -0.5199 C -0.01993 -0.4581 -0.09506 -0.33148 -0.11185 -0.29768 C -0.11784 -0.2662 -0.12162 -0.24814 -0.08321 -0.36226 C -0.07787 -0.378 -0.07565 -0.39629 -0.07188 -0.41342 C -0.07058 -0.43171 -0.06732 -0.43101 -0.07188 -0.43101 " pathEditMode="relative" rAng="0" ptsTypes="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6" dur="12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089" y="-3997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0819 -0.05116 L 0.0819 -0.05092 C 0.07604 -0.05486 0.07031 -0.05926 0.06432 -0.06227 C 0.06107 -0.06389 0.05768 -0.06458 0.0543 -0.06435 C 0.02643 -0.06389 -0.00143 -0.06157 -0.02943 -0.05995 C -0.07083 -0.04768 -0.04323 -0.05509 -0.14193 -0.06227 C -0.14779 -0.06273 -0.15352 -0.06528 -0.15938 -0.06667 C -0.16875 -0.06875 -0.18203 -0.0706 -0.19063 -0.07338 C -0.1974 -0.07569 -0.20404 -0.07893 -0.21068 -0.08217 C -0.21771 -0.08588 -0.22982 -0.09444 -0.23815 -0.09768 C -0.24063 -0.09884 -0.2431 -0.0993 -0.24557 -0.1 C -0.24766 -0.10231 -0.24961 -0.10509 -0.25182 -0.10671 C -0.2543 -0.1081 -0.2569 -0.1081 -0.25938 -0.1088 C -0.26354 -0.11018 -0.26771 -0.1118 -0.27188 -0.11342 C -0.30143 -0.1118 -0.33112 -0.11134 -0.36068 -0.1088 C -0.36524 -0.10856 -0.36979 -0.10579 -0.37435 -0.1044 C -0.38268 -0.10208 -0.39102 -0.0993 -0.39935 -0.09768 C -0.4194 -0.09421 -0.43932 -0.0919 -0.45938 -0.08889 C -0.51849 -0.07986 -0.45886 -0.08889 -0.50807 -0.08009 C -0.51732 -0.07824 -0.52643 -0.07708 -0.53568 -0.07546 L -0.56068 -0.07106 C -0.58685 -0.07176 -0.61315 -0.0713 -0.63932 -0.07338 C -0.64128 -0.07338 -0.64297 -0.07569 -0.6444 -0.07778 C -0.64597 -0.08009 -0.64688 -0.0838 -0.64818 -0.08657 C -0.65287 -0.11157 -0.65078 -0.09444 -0.64818 -0.13565 C -0.64766 -0.14352 -0.64779 -0.15046 -0.64688 -0.15787 C -0.64505 -0.17245 -0.64115 -0.17824 -0.63568 -0.18889 C -0.6336 -0.19329 -0.63203 -0.19815 -0.62943 -0.2 C -0.62474 -0.20393 -0.6194 -0.20463 -0.61432 -0.20671 C -0.59636 -0.21574 -0.59401 -0.21829 -0.57435 -0.22454 C -0.56524 -0.22731 -0.55599 -0.22893 -0.54688 -0.23102 C -0.51927 -0.22708 -0.48438 -0.22755 -0.4569 -0.2088 C -0.42044 -0.18403 -0.39336 -0.15787 -0.36068 -0.12245 C -0.33841 -0.09815 -0.35052 -0.10995 -0.33438 -0.08449 C -0.33034 -0.07824 -0.32591 -0.07268 -0.32188 -0.06667 C -0.3181 -0.06088 -0.31524 -0.05278 -0.31068 -0.04884 C -0.29623 -0.0368 -0.2806 -0.02963 -0.26563 -0.01991 C -0.2586 -0.02083 -0.25143 -0.01991 -0.2444 -0.02222 C -0.24206 -0.02292 -0.24037 -0.02708 -0.23815 -0.02893 C -0.23281 -0.0331 -0.22735 -0.0368 -0.22188 -0.04005 C -0.21992 -0.0412 -0.21771 -0.04143 -0.21563 -0.04213 C -0.20768 -0.04583 -0.19974 -0.04954 -0.19193 -0.05324 C -0.18985 -0.05278 -0.17031 -0.04815 -0.1944 -0.04884 L -0.4293 -0.05787 C -0.46146 -0.05625 -0.49349 -0.05255 -0.52565 -0.05324 C -0.52695 -0.05347 -0.52708 -0.05764 -0.52682 -0.05995 C -0.52656 -0.06319 -0.52552 -0.0662 -0.52435 -0.06898 C -0.52253 -0.07315 -0.51979 -0.07592 -0.5181 -0.08009 C -0.51537 -0.08634 -0.51354 -0.09375 -0.51068 -0.1 C -0.50768 -0.10648 -0.50365 -0.11134 -0.50065 -0.11782 C -0.49688 -0.12569 -0.4944 -0.13472 -0.49063 -0.14213 C -0.48542 -0.15255 -0.47956 -0.16111 -0.47422 -0.17106 C -0.45951 -0.2 -0.43711 -0.2625 -0.4293 -0.28217 C -0.42891 -0.28495 -0.42813 -0.28657 -0.42813 -0.28889 C -0.42813 -0.2919 -0.42813 -0.3 -0.4293 -0.29768 C -0.43386 -0.28981 -0.43607 -0.27847 -0.43932 -0.26898 C -0.43789 -0.25278 -0.43815 -0.24537 -0.43555 -0.27546 C -0.43281 -0.30903 -0.43047 -0.34213 -0.42813 -0.37546 C -0.42891 -0.46875 -0.42969 -0.56227 -0.43047 -0.65579 C -0.43099 -0.68889 -0.43034 -0.72245 -0.4319 -0.75555 C -0.43203 -0.7588 -0.43333 -0.7493 -0.43438 -0.74653 C -0.4375 -0.73889 -0.44154 -0.73241 -0.4444 -0.7243 C -0.45521 -0.69444 -0.46576 -0.66458 -0.47565 -0.63333 C -0.49115 -0.5838 -0.5207 -0.50185 -0.5306 -0.43333 C -0.53229 -0.42083 -0.53307 -0.4081 -0.53438 -0.39583 C -0.53399 -0.37847 -0.53529 -0.36111 -0.53307 -0.34444 C -0.53281 -0.34143 -0.52917 -0.34444 -0.52813 -0.34653 C -0.50612 -0.39097 -0.48399 -0.43472 -0.46432 -0.48217 C -0.45847 -0.49653 -0.45586 -0.51458 -0.45182 -0.53102 C -0.4418 -0.57315 -0.44375 -0.5662 -0.43815 -0.60903 C -0.43854 -0.61921 -0.43763 -0.63009 -0.43932 -0.64005 C -0.43972 -0.64213 -0.44206 -0.63889 -0.44297 -0.63796 C -0.44662 -0.63403 -0.45039 -0.63009 -0.45313 -0.6243 C -0.45716 -0.61643 -0.46016 -0.60694 -0.46315 -0.59792 C -0.47266 -0.56782 -0.48151 -0.53704 -0.49063 -0.50671 C -0.49336 -0.47731 -0.49818 -0.43472 -0.49818 -0.4044 C -0.49818 -0.38055 -0.49649 -0.35717 -0.49557 -0.33333 C -0.49193 -0.33565 -0.48711 -0.33472 -0.48438 -0.34005 C -0.46328 -0.38032 -0.46302 -0.3919 -0.4543 -0.43542 C -0.45339 -0.44745 -0.45117 -0.45926 -0.45182 -0.47106 C -0.45599 -0.53796 -0.45521 -0.54236 -0.47057 -0.58217 C -0.47201 -0.58611 -0.47396 -0.58981 -0.47565 -0.59329 C -0.48307 -0.54375 -0.49128 -0.49444 -0.49818 -0.44444 C -0.50052 -0.42685 -0.50287 -0.40903 -0.50313 -0.39097 C -0.50378 -0.34583 -0.50248 -0.30092 -0.50065 -0.25602 C -0.5 -0.23981 -0.49831 -0.23935 -0.4931 -0.23333 C -0.47422 -0.28495 -0.45287 -0.3331 -0.43672 -0.38657 C -0.42813 -0.41667 -0.42409 -0.49676 -0.42188 -0.52893 C -0.42396 -0.59467 -0.42552 -0.66065 -0.42813 -0.72662 C -0.42826 -0.72893 -0.42917 -0.72245 -0.4293 -0.71991 C -0.42995 -0.71435 -0.43034 -0.7081 -0.43047 -0.70231 C -0.43138 -0.68727 -0.43229 -0.67245 -0.43307 -0.65764 C -0.43138 -0.63565 -0.44557 -0.39097 -0.39557 -0.32014 C -0.39206 -0.31481 -0.38724 -0.3125 -0.38307 -0.30903 C -0.37774 -0.30972 -0.3711 -0.30486 -0.36693 -0.31111 C -0.34597 -0.3419 -0.37865 -0.38217 -0.38568 -0.39768 C -0.3931 -0.38449 -0.40091 -0.37315 -0.4056 -0.35555 C -0.40847 -0.34491 -0.40977 -0.33333 -0.41185 -0.32222 C -0.4155 -0.27847 -0.41745 -0.28217 -0.40443 -0.22708 C -0.40352 -0.22292 -0.40026 -0.22384 -0.39818 -0.22222 C -0.37461 -0.23611 -0.38568 -0.22616 -0.36563 -0.31111 C -0.35899 -0.33958 -0.35599 -0.39305 -0.35313 -0.42222 C -0.34922 -0.46227 -0.34479 -0.50208 -0.34063 -0.54213 C -0.33985 -0.57338 -0.33841 -0.6044 -0.33815 -0.63565 C -0.33802 -0.64606 -0.33659 -0.65741 -0.33932 -0.6669 C -0.3405 -0.67037 -0.34375 -0.6625 -0.34557 -0.65995 C -0.34961 -0.6544 -0.35339 -0.64861 -0.3569 -0.64213 C -0.37774 -0.60347 -0.37305 -0.60903 -0.38815 -0.55555 C -0.39935 -0.40717 -0.40807 -0.37639 -0.3944 -0.22708 C -0.39375 -0.21944 -0.38776 -0.21782 -0.38438 -0.21342 C -0.38268 -0.21481 -0.38073 -0.21574 -0.37943 -0.21782 C -0.37083 -0.23287 -0.35573 -0.27361 -0.35065 -0.28657 C -0.33255 -0.43958 -0.32005 -0.4713 -0.3306 -0.61551 C -0.33112 -0.62268 -0.33646 -0.62592 -0.33932 -0.63102 C -0.34401 -0.62755 -0.34974 -0.62639 -0.35313 -0.61991 C -0.38503 -0.55949 -0.37761 -0.55185 -0.38438 -0.46667 C -0.3819 -0.45116 -0.38268 -0.43264 -0.37682 -0.41991 C -0.35 -0.3625 -0.33789 -0.39259 -0.30443 -0.41342 C -0.30104 -0.42153 -0.29701 -0.4287 -0.2944 -0.43773 C -0.28763 -0.46065 -0.28451 -0.49954 -0.2819 -0.52222 C -0.28307 -0.52592 -0.2832 -0.5338 -0.28568 -0.53333 C -0.28867 -0.53264 -0.28867 -0.52407 -0.29063 -0.51991 C -0.29453 -0.51134 -0.29896 -0.5037 -0.30313 -0.4956 C -0.33841 -0.34514 -0.3319 -0.40787 -0.3319 -0.20671 L -0.32813 -0.2 C -0.32018 -0.20509 -0.31081 -0.20602 -0.30443 -0.21574 C -0.2582 -0.28657 -0.2655 -0.34213 -0.25065 -0.45555 C -0.25143 -0.45856 -0.2513 -0.46366 -0.25313 -0.46435 C -0.25456 -0.46505 -0.25482 -0.45995 -0.2556 -0.45764 C -0.25781 -0.45116 -0.25977 -0.44444 -0.26185 -0.43773 C -0.26432 -0.41412 -0.2694 -0.37338 -0.2681 -0.35116 C -0.26654 -0.32245 -0.2638 -0.29352 -0.25807 -0.26667 C -0.2556 -0.25486 -0.24935 -0.24699 -0.2444 -0.23773 C -0.24011 -0.23032 -0.2362 -0.2206 -0.2306 -0.21574 C -0.21302 -0.19977 -0.19401 -0.18889 -0.17565 -0.17569 C -0.17318 -0.17708 -0.1707 -0.1787 -0.1681 -0.18032 C -0.16654 -0.18079 -0.16485 -0.18241 -0.16315 -0.18217 C -0.15847 -0.18194 -0.15391 -0.17917 -0.14935 -0.17778 C -0.14479 -0.17106 -0.13998 -0.16481 -0.13568 -0.15787 C -0.12214 -0.13565 -0.11849 -0.125 -0.1056 -0.10671 C -0.10326 -0.10324 -0.10065 -0.10069 -0.09818 -0.09768 C -0.09531 -0.09467 -0.09206 -0.09259 -0.08945 -0.08889 C -0.06576 -0.05532 -0.09063 -0.08657 -0.07318 -0.05555 C -0.07188 -0.05324 -0.06979 -0.05255 -0.0681 -0.05116 C -0.06576 -0.0493 -0.06107 -0.04583 -0.0582 -0.04444 C -0.04714 -0.03889 -0.05833 -0.04537 -0.04935 -0.04005 C 0.01484 -0.05278 -0.04701 -0.03727 0.02435 -0.06667 C 0.0289 -0.06852 0.03359 -0.06782 0.03815 -0.06898 C 0.04271 -0.06991 0.04726 -0.07199 0.05182 -0.07338 C 0.05482 -0.0743 0.05768 -0.07477 0.06055 -0.07546 C 0.06471 -0.07477 0.06979 -0.07778 0.07305 -0.07338 C 0.07487 -0.07106 0.07292 -0.06227 0.07057 -0.06227 C 0.04479 -0.06088 0.01888 -0.06574 -0.0069 -0.06898 C -0.02448 -0.07106 -0.0418 -0.07569 -0.05938 -0.07778 C -0.07774 -0.08009 -0.0961 -0.07986 -0.11432 -0.08217 C -0.15104 -0.08727 -0.18776 -0.09398 -0.22435 -0.1 C -0.25938 -0.08889 -0.29453 -0.0794 -0.32943 -0.06667 C -0.33112 -0.06597 -0.3349 -0.06042 -0.33307 -0.05995 C -0.3293 -0.0588 -0.32565 -0.06296 -0.32188 -0.06435 C -0.30274 -0.07245 -0.28347 -0.07986 -0.26432 -0.08889 L -0.22682 -0.10671 C -0.21276 -0.11296 -0.19831 -0.11782 -0.18438 -0.12454 C -0.16081 -0.13704 -0.13724 -0.14907 -0.11432 -0.16435 C -0.10091 -0.17338 -0.08711 -0.18241 -0.07565 -0.19815 C -0.06927 -0.20625 -0.06862 -0.20532 -0.07565 -0.20231 C -0.07904 -0.19699 -0.08281 -0.19259 -0.08568 -0.1868 C -0.11615 -0.12407 -0.11875 -0.12592 -0.1319 -0.06667 C -0.13594 -0.04838 -0.13932 -0.02963 -0.1431 -0.01111 C -0.14232 -0.0044 -0.14388 0.00509 -0.14063 0.0088 C -0.12943 0.02153 -0.12878 -0.00162 -0.12682 -0.0088 C -0.12591 -0.01273 -0.12435 -0.0162 -0.12318 -0.01991 C -0.12227 -0.04676 -0.11849 -0.07361 -0.12057 -0.1 C -0.12474 -0.1493 -0.13425 -0.19653 -0.14193 -0.24467 C -0.14414 -0.25926 -0.14753 -0.27268 -0.15065 -0.28657 C -0.15208 -0.29329 -0.14792 -0.27361 -0.14688 -0.26667 C -0.13542 -0.19421 -0.12774 -0.11967 -0.11315 -0.04884 C -0.11276 -0.04699 -0.08047 0.08218 -0.05938 0.10208 C -0.05313 0.1081 -0.04518 0.1037 -0.03815 0.1044 C -0.03477 0.10139 -0.03125 0.09931 -0.02813 0.0956 C -0.02083 0.08704 -0.01576 0.07616 -0.01185 0.06227 C -0.0043 0.03449 0.00208 0.00579 0.00937 -0.02222 C 0.01653 -0.04977 0.04752 -0.15463 0.04935 -0.15995 C 0.05898 -0.18842 0.08542 -0.27523 0.07812 -0.24467 C 0.07435 -0.22893 0.06992 -0.21412 0.0668 -0.19815 C 0.05859 -0.1537 0.05182 -0.1088 0.0444 -0.06435 C 0.04219 -0.01944 0.03854 0.01644 0.04687 0.06227 C 0.04778 0.06713 0.05273 0.06366 0.0556 0.06435 C 0.07526 0.04699 0.08164 0.0456 0.09557 0.02222 C 0.09883 0.0169 0.10195 0.01088 0.1043 0.0044 C 0.12239 -0.04375 0.12734 -0.05231 0.13437 -0.09768 C 0.13594 -0.1081 0.13646 -0.11875 0.13815 -0.12893 C 0.15508 -0.23727 0.14088 -0.13217 0.15065 -0.20671 C 0.15104 -0.17708 0.15104 -0.14745 0.15182 -0.11782 C 0.15273 -0.08912 0.15338 -0.06736 0.16185 -0.04213 C 0.16354 -0.03727 0.1668 -0.03472 0.1694 -0.03102 C 0.18255 -0.03241 0.19609 -0.02755 0.2069 -0.04444 C 0.21068 -0.05046 0.21263 -0.05926 0.21562 -0.06667 C 0.2194 -0.09259 0.22513 -0.11782 0.22682 -0.14444 C 0.23307 -0.24074 0.23437 -0.23819 0.2194 -0.21111 C 0.21028 -0.13055 0.20937 -0.12917 0.20807 0.00232 C 0.20742 0.07778 0.20534 0.06806 0.2168 0.10208 C 0.22161 0.13611 0.21693 0.09884 0.19805 0.04884 C 0.19219 0.0331 0.18581 0.01759 0.17812 0.0044 C 0.08828 -0.15092 0.12265 -0.10393 0.00182 -0.17569 C -0.00977 -0.17338 -0.02188 -0.17477 -0.0332 -0.16921 C -0.03906 -0.16597 -0.04362 -0.15648 -0.04818 -0.14884 C -0.06146 -0.12685 -0.07513 -0.10486 -0.08685 -0.08009 C -0.11706 -0.01643 -0.09414 -0.02731 -0.11432 -0.01991 C -0.1181 -0.02153 -0.12201 -0.02199 -0.12565 -0.02454 C -0.12878 -0.02662 -0.13112 -0.03148 -0.13438 -0.03333 C -0.13919 -0.03611 -0.1444 -0.03657 -0.14935 -0.03773 C -0.15938 -0.04028 -0.1694 -0.04213 -0.17943 -0.04444 C -0.20026 -0.06157 -0.22175 -0.07616 -0.24193 -0.0956 C -0.27383 -0.12639 -0.29141 -0.14676 -0.3319 -0.16273 C -0.36511 -0.17477 -0.39935 -0.17708 -0.43307 -0.18449 C -0.48646 -0.17963 -0.48581 -0.19005 -0.53568 -0.14028 C -0.56419 -0.11134 -0.59102 -0.07731 -0.6181 -0.04444 C -0.63985 -0.01829 -0.62097 -0.03657 -0.63568 -0.01342 C -0.63698 -0.01111 -0.63893 -0.01042 -0.64063 -0.0088 C -0.63815 -0.01713 -0.63542 -0.025 -0.63307 -0.03333 C -0.63086 -0.04143 -0.6293 -0.05 -0.62682 -0.05787 C -0.62383 -0.06782 -0.62005 -0.07685 -0.61693 -0.08657 C -0.61341 -0.09768 -0.61029 -0.10903 -0.6069 -0.11991 C -0.60456 -0.12755 -0.6013 -0.13426 -0.59935 -0.14213 C -0.58919 -0.18356 -0.58529 -0.22546 -0.56693 -0.25787 C -0.55781 -0.27384 -0.5625 -0.26875 -0.55313 -0.27546 C -0.55026 -0.27407 -0.54688 -0.27384 -0.5444 -0.27106 C -0.53125 -0.25787 -0.52761 -0.24051 -0.51563 -0.22222 C -0.50703 -0.20926 -0.49662 -0.2 -0.48815 -0.1868 C -0.46367 -0.14768 -0.47149 -0.13542 -0.43815 -0.10671 C -0.39076 -0.06574 -0.34141 -0.03264 -0.2931 0.0044 C -0.27735 0.00232 -0.26081 0.00579 -0.24557 -0.00231 C -0.2388 -0.00579 -0.23516 -0.01921 -0.2306 -0.02893 C -0.22891 -0.03264 -0.228 -0.03773 -0.22682 -0.04213 C -0.22552 -0.04745 -0.22422 -0.05255 -0.22318 -0.05787 C -0.21914 -0.07847 -0.2207 -0.10486 -0.21185 -0.11991 C -0.19063 -0.15671 -0.13685 -0.20625 -0.10313 -0.22222 C -0.08841 -0.22917 -0.07318 -0.23102 -0.0582 -0.23565 C -0.00143 -0.27384 0.02422 -0.28495 0.07435 -0.34213 C 0.12539 -0.40092 0.07018 -0.37523 0.1431 -0.44005 C 0.14648 -0.44282 0.14948 -0.44745 0.15312 -0.44884 C 0.15963 -0.45116 0.1664 -0.45046 0.17305 -0.45116 C 0.19414 -0.48842 0.18502 -0.4743 0.19935 -0.4956 C 0.20013 -0.5 0.20078 -0.50463 0.20182 -0.5088 C 0.20299 -0.51342 0.20547 -0.51713 0.2056 -0.52222 C 0.20599 -0.53935 0.21002 -0.56134 0.20312 -0.57338 C 0.13008 -0.69838 0.1375 -0.68958 0.0793 -0.7 C 0.05898 -0.68657 0.0345 -0.68542 0.0181 -0.65995 C -0.025 -0.59305 -0.05794 -0.50741 -0.0944 -0.42893 C -0.09922 -0.41829 -0.10039 -0.40324 -0.1056 -0.39329 C -0.13386 -0.33958 -0.13099 -0.34352 -0.15313 -0.32662 C -0.16328 -0.32986 -0.17995 -0.32986 -0.18932 -0.34444 C -0.1974 -0.35717 -0.20469 -0.3706 -0.21185 -0.38449 C -0.2224 -0.40463 -0.21953 -0.40856 -0.23307 -0.42662 C -0.24896 -0.44792 -0.26276 -0.47731 -0.2819 -0.48657 C -0.29102 -0.49097 -0.30013 -0.4963 -0.30938 -0.5 C -0.38646 -0.52963 -0.52018 -0.51435 -0.56185 -0.51551 C -0.55781 -0.55185 -0.56224 -0.52731 -0.5569 -0.54444 C -0.55391 -0.5537 -0.553 -0.5618 -0.54818 -0.56875 C -0.54505 -0.57338 -0.54128 -0.57592 -0.53815 -0.57986 C -0.52487 -0.59699 -0.52565 -0.60185 -0.50938 -0.61319 C -0.50547 -0.61597 -0.50104 -0.6162 -0.49688 -0.61782 C -0.4638 -0.59028 -0.42708 -0.57454 -0.39818 -0.53542 C -0.36667 -0.49305 -0.32865 -0.34213 -0.31068 -0.28657 C -0.29727 -0.2463 -0.28268 -0.20625 -0.2681 -0.16667 C -0.26354 -0.15463 -0.25899 -0.1419 -0.25313 -0.13102 C -0.2418 -0.11042 -0.23125 -0.0868 -0.21693 -0.07338 L -0.17188 -0.03102 C -0.14727 -0.03866 -0.11862 -0.04305 -0.0944 -0.05995 C -0.08711 -0.06505 -0.08034 -0.07222 -0.07318 -0.07778 C -0.06485 -0.08403 -0.05638 -0.08912 -0.04818 -0.0956 C -0.03958 -0.10231 -0.03164 -0.11134 -0.02318 -0.11782 C -0.00156 -0.13542 0.02018 -0.15185 0.0418 -0.16921 C 0.04388 -0.16805 0.04713 -0.17014 0.04805 -0.16667 C 0.04896 -0.16435 0.0457 -0.1618 0.0444 -0.15995 C 0.04036 -0.15463 0.03659 -0.14768 0.0319 -0.14444 C 0.02018 -0.13634 0.00781 -0.13125 -0.00443 -0.12662 C -0.05222 -0.10833 -0.13138 -0.09768 -0.1694 -0.0956 C -0.25938 -0.09051 -0.34935 -0.09259 -0.43932 -0.0912 L -0.48685 -0.09768 C -0.48854 -0.09815 -0.49193 -0.09699 -0.49193 -0.1 C -0.48945 -0.20463 -0.48646 -0.30949 -0.47943 -0.41342 C -0.47813 -0.43102 -0.47188 -0.44653 -0.4668 -0.46227 C -0.46172 -0.47778 -0.45612 -0.49305 -0.44922 -0.50671 C -0.42656 -0.55255 -0.378 -0.58889 -0.35443 -0.60903 C -0.34649 -0.61551 -0.33776 -0.61782 -0.32943 -0.62222 C -0.30352 -0.60509 -0.27643 -0.59329 -0.25182 -0.57106 C -0.24675 -0.56643 -0.24597 -0.55347 -0.2431 -0.54444 C -0.24089 -0.53704 -0.2388 -0.52963 -0.23685 -0.52222 C -0.23307 -0.50741 -0.23047 -0.49167 -0.22565 -0.47778 C -0.22031 -0.4625 -0.21328 -0.4493 -0.2069 -0.43542 C -0.19896 -0.41852 -0.19154 -0.40532 -0.1819 -0.39097 C -0.17708 -0.38403 -0.17279 -0.375 -0.16693 -0.37106 C -0.15117 -0.36065 -0.13438 -0.35625 -0.1181 -0.34907 C -0.07969 -0.35116 -0.07344 -0.33958 -0.0431 -0.39768 L -0.01315 -0.45555 C -0.01107 -0.46505 -0.0086 -0.47454 -0.0069 -0.48449 C -0.00612 -0.48866 -0.00417 -0.49421 -0.0056 -0.49768 C -0.01628 -0.52268 -0.0211 -0.51759 -0.03438 -0.52662 C -0.03906 -0.52986 -0.04362 -0.53403 -0.04818 -0.53773 C -0.08399 -0.51042 -0.12005 -0.48426 -0.1556 -0.45555 C -0.20235 -0.41829 -0.16445 -0.43912 -0.21563 -0.39329 C -0.25599 -0.35741 -0.29453 -0.31227 -0.33815 -0.2912 C -0.4957 -0.21643 -0.25222 -0.33472 -0.41315 -0.24676 C -0.49818 -0.20023 -0.44922 -0.24143 -0.48815 -0.20671 C -0.49024 -0.21042 -0.49466 -0.2125 -0.4944 -0.21782 C -0.48998 -0.28495 -0.48464 -0.3 -0.46432 -0.34653 C -0.41315 -0.46435 -0.40378 -0.49213 -0.34935 -0.58217 C -0.33998 -0.59792 -0.32123 -0.62592 -0.3069 -0.63333 C -0.29427 -0.63981 -0.28099 -0.64213 -0.2681 -0.64653 C -0.26432 -0.64282 -0.26029 -0.64051 -0.2569 -0.63565 C -0.25274 -0.62963 -0.24896 -0.62292 -0.24557 -0.61551 C -0.21888 -0.55671 -0.22383 -0.54097 -0.20065 -0.44884 C -0.19167 -0.41342 -0.14896 -0.18842 -0.10313 -0.10671 C -0.09649 -0.09467 -0.08893 -0.0838 -0.0806 -0.07546 C -0.06667 -0.06157 -0.05143 -0.05185 -0.03685 -0.04005 C -0.01524 -0.04143 0.00651 -0.04213 0.02812 -0.04444 C 0.03945 -0.04583 0.05156 -0.04282 0.06185 -0.05116 C 0.07539 -0.06204 0.08555 -0.0831 0.09687 -0.1 C 0.11419 -0.12569 0.11419 -0.12801 0.12682 -0.15555 C 0.1289 -0.16597 0.13151 -0.17592 0.13307 -0.1868 C 0.13398 -0.19236 0.13698 -0.20069 0.13437 -0.20463 C 0.125 -0.21736 0.09622 -0.2213 0.08555 -0.22222 C 0.04557 -0.22592 0.0056 -0.2287 -0.03438 -0.23102 C -0.05456 -0.22546 -0.10052 -0.21342 -0.12188 -0.20463 C -0.15117 -0.19213 -0.17969 -0.17338 -0.20938 -0.16435 C -0.2336 -0.15694 -0.30521 -0.15023 -0.33932 -0.14676 L -0.5069 -0.15555 C -0.51341 -0.15625 -0.51289 -0.15949 -0.51432 -0.16667 C -0.51485 -0.17569 -0.51667 -0.18518 -0.51563 -0.19329 C -0.51003 -0.23842 -0.50664 -0.28588 -0.4944 -0.32662 C -0.48399 -0.36134 -0.44883 -0.40856 -0.42682 -0.42893 C -0.41563 -0.43935 -0.4043 -0.45139 -0.39193 -0.45555 C -0.36888 -0.46319 -0.34518 -0.46134 -0.32188 -0.46435 C -0.30664 -0.45995 -0.27539 -0.45347 -0.26185 -0.43773 C -0.24362 -0.41667 -0.22852 -0.38773 -0.21185 -0.36227 C -0.1944 -0.3044 -0.17526 -0.24815 -0.15938 -0.18889 C -0.14935 -0.15162 -0.14518 -0.10972 -0.13438 -0.07338 C -0.12643 -0.04676 -0.1194 -0.01921 -0.11068 0.00671 C -0.10847 0.01296 -0.10195 0.02222 -0.10195 0.02245 C -0.09518 0.02083 -0.08841 0.02083 -0.0819 0.01783 C -0.07865 0.0162 -0.07591 0.01227 -0.07318 0.0088 C -0.03373 -0.0412 -0.04388 -0.03287 -0.00195 -0.11782 C 0.00039 -0.1456 0.00195 -0.15208 -0.0082 -0.18889 C -0.0125 -0.20486 -0.04297 -0.24213 -0.04818 -0.24676 C -0.14701 -0.33472 -0.12474 -0.30463 -0.25807 -0.31782 C -0.28229 -0.30417 -0.34883 -0.26944 -0.3806 -0.24213 C -0.38945 -0.23495 -0.39727 -0.22454 -0.4056 -0.21574 C -0.41901 -0.18449 -0.43255 -0.15393 -0.44557 -0.12245 C -0.44714 -0.11829 -0.45013 -0.10417 -0.44922 -0.1088 C -0.44779 -0.11875 -0.44505 -0.12824 -0.44297 -0.13773 C -0.43789 -0.24977 -0.43138 -0.36921 -0.4418 -0.47778 C -0.44896 -0.55069 -0.44688 -0.25602 -0.44688 -0.25532 C -0.44649 -0.2037 -0.44492 -0.04815 -0.44557 -0.1 C -0.44688 -0.18032 -0.4474 -0.25995 -0.44805 -0.34005 C -0.44909 -0.4456 -0.44909 -0.55023 -0.45065 -0.65579 C -0.45091 -0.67917 -0.45222 -0.70301 -0.45313 -0.72662 C -0.45456 -0.76204 -0.45521 -0.77268 -0.4569 -0.80208 C -0.46055 -0.60856 -0.46042 -0.60694 -0.4668 -0.35116 C -0.46758 -0.32592 -0.46849 -0.30092 -0.4694 -0.27546 C -0.46888 -0.24143 -0.46966 -0.20764 -0.46797 -0.17338 C -0.46784 -0.16805 -0.46615 -0.18356 -0.46563 -0.18889 C -0.46445 -0.2 -0.46445 -0.21134 -0.46315 -0.22222 C -0.45912 -0.2544 -0.45521 -0.28657 -0.44922 -0.31782 C -0.41784 -0.48611 -0.42474 -0.46782 -0.3694 -0.65579 L -0.3556 -0.70231 C -0.35482 -0.69583 -0.35326 -0.68889 -0.35313 -0.68217 C -0.34701 -0.22384 -0.38685 -0.36898 -0.34688 -0.22708 C -0.33685 -0.2713 -0.34662 -0.22407 -0.33815 -0.28217 C -0.33125 -0.32986 -0.32162 -0.38217 -0.31563 -0.43102 C -0.30456 -0.52153 -0.31875 -0.44491 -0.29557 -0.57338 C -0.29492 -0.57731 -0.2931 -0.58079 -0.29193 -0.58449 C -0.28581 -0.51991 -0.29219 -0.59074 -0.28815 -0.41991 C -0.28763 -0.3993 -0.28659 -0.37847 -0.28568 -0.35764 C -0.27787 -0.18125 -0.28789 -0.24491 -0.27057 -0.15324 C -0.26693 -0.15787 -0.26289 -0.1618 -0.25938 -0.16667 C -0.24024 -0.19352 -0.20599 -0.26597 -0.20065 -0.28009 C -0.1931 -0.2993 -0.18503 -0.31782 -0.17813 -0.33796 C -0.09727 -0.57245 -0.14167 -0.49838 -0.0944 -0.57338 C -0.09167 -0.58287 -0.09089 -0.58981 -0.09063 -0.56875 C -0.08945 -0.48819 -0.08893 -0.40741 -0.08815 -0.32662 C -0.03646 -0.47963 -0.08685 -0.32731 -0.03685 -0.48889 C -0.0293 -0.51366 -0.02253 -0.53958 -0.01315 -0.56227 L 0.00807 -0.61319 C 0.01015 -0.60833 0.0125 -0.60347 0.01432 -0.59792 C 0.01653 -0.59143 0.02383 -0.5618 0.02435 -0.55995 C 0.0319 -0.53333 0.04062 -0.50671 0.05182 -0.48449 C 0.0556 -0.47685 0.06107 -0.47245 0.06562 -0.46667 C 0.0694 -0.46736 0.07422 -0.46412 0.07682 -0.46875 C 0.11667 -0.53958 0.09453 -0.51157 0.11055 -0.55764 C 0.11354 -0.5662 0.11758 -0.57361 0.12057 -0.58217 C 0.12721 -0.60046 0.13307 -0.61921 0.13932 -0.63796 C 0.14752 -0.6618 0.14036 -0.63889 0.1444 -0.65579 C 0.14505 -0.65856 0.14505 -0.66412 0.14687 -0.66458 C 0.16888 -0.66782 0.19101 -0.6662 0.21315 -0.6669 C 0.21015 -0.67384 0.20521 -0.68796 0.20065 -0.69352 C 0.19258 -0.70231 0.18411 -0.70995 0.17565 -0.71759 C 0.172 -0.72106 0.16797 -0.72315 0.16432 -0.72662 C 0.15599 -0.73495 0.15677 -0.73935 0.14805 -0.74444 C 0.13398 -0.75301 0.12838 -0.75347 0.11432 -0.75764 L -0.01693 -0.75324 C -0.02357 -0.75301 -0.03021 -0.75092 -0.03685 -0.75092 L -0.23438 -0.75764 C -0.23932 -0.75926 -0.24453 -0.75926 -0.24935 -0.76204 C -0.25182 -0.76366 -0.2543 -0.76574 -0.2569 -0.76667 C -0.26393 -0.76875 -0.2711 -0.76921 -0.27813 -0.77106 C -0.28021 -0.77153 -0.28229 -0.77292 -0.28438 -0.77315 C -0.31107 -0.77731 -0.32722 -0.77801 -0.35313 -0.77986 C -0.36016 -0.77917 -0.36732 -0.77893 -0.37435 -0.77778 C -0.37565 -0.77755 -0.37682 -0.77616 -0.37813 -0.77546 C -0.38386 -0.77292 -0.38828 -0.77245 -0.3944 -0.77106 L -0.4319 -0.75324 C -0.43399 -0.75208 -0.43607 -0.75069 -0.43815 -0.74884 C -0.4418 -0.74537 -0.44544 -0.73842 -0.44805 -0.73333 C -0.45664 -0.71643 -0.46511 -0.69954 -0.47305 -0.68217 C -0.47474 -0.67893 -0.47539 -0.6743 -0.47682 -0.67106 C -0.47917 -0.6662 -0.48216 -0.6625 -0.48438 -0.65764 C -0.48594 -0.6544 -0.48672 -0.65 -0.48815 -0.64653 C -0.49011 -0.64213 -0.49232 -0.63796 -0.4944 -0.63333 C -0.49518 -0.62917 -0.4957 -0.6243 -0.49688 -0.61991 C -0.49948 -0.61065 -0.50274 -0.60208 -0.5056 -0.59329 C -0.51094 -0.57708 -0.51419 -0.56875 -0.5181 -0.55324 C -0.52852 -0.51319 -0.53529 -0.46204 -0.54063 -0.42477 L -0.5431 -0.40694 C -0.54349 -0.3993 -0.54375 -0.3919 -0.5444 -0.38449 C -0.54505 -0.37639 -0.54636 -0.36852 -0.54688 -0.36042 C -0.54844 -0.33796 -0.54935 -0.31551 -0.55065 -0.29329 C -0.54896 -0.2544 -0.54935 -0.21435 -0.54557 -0.17569 C -0.54466 -0.16597 -0.53958 -0.15949 -0.53685 -0.15139 C -0.53516 -0.14606 -0.5336 -0.14074 -0.5319 -0.13565 C -0.53151 -0.12963 -0.53307 -0.12199 -0.5306 -0.11782 C -0.5207 -0.10023 -0.50886 -0.08611 -0.49688 -0.07338 C -0.49401 -0.07037 -0.49024 -0.07176 -0.48685 -0.07106 C -0.46953 -0.06759 -0.45951 -0.06713 -0.43932 -0.06435 C -0.41354 -0.06967 -0.3875 -0.07153 -0.36185 -0.08009 C -0.35586 -0.08194 -0.35117 -0.09074 -0.34557 -0.0956 C -0.32943 -0.10995 -0.32735 -0.10671 -0.31068 -0.13102 C -0.30534 -0.13866 -0.30143 -0.14884 -0.29688 -0.15787 C -0.29544 -0.16435 -0.29011 -0.18518 -0.28932 -0.19167 C -0.28854 -0.19838 -0.28854 -0.20602 -0.28815 -0.21342 C -0.29271 -0.26551 -0.2957 -0.31759 -0.30182 -0.36875 C -0.30261 -0.37477 -0.31875 -0.42685 -0.32057 -0.43102 C -0.33112 -0.4544 -0.34245 -0.47662 -0.35443 -0.49768 C -0.35729 -0.50301 -0.35977 -0.50903 -0.36315 -0.51319 C -0.36862 -0.52014 -0.37409 -0.52824 -0.3806 -0.53102 C -0.42839 -0.55231 -0.41029 -0.54722 -0.43438 -0.55324 L -0.44688 -0.55116 C -0.4737 -0.52199 -0.47487 -0.45694 -0.48307 -0.41111 C -0.48985 -0.29722 -0.49154 -0.32338 -0.4444 -0.1338 C -0.4418 -0.12292 -0.4319 -0.12893 -0.42565 -0.12662 C -0.3444 -0.13866 -0.26263 -0.14282 -0.1819 -0.16273 C -0.15104 -0.16967 -0.1224 -0.19514 -0.09193 -0.20671 C -0.06445 -0.21736 -0.03672 -0.22592 -0.00938 -0.23773 C 0.19062 -0.325 -0.01862 -0.24143 0.07305 -0.27778 C 0.07773 -0.28495 0.08203 -0.2919 0.08685 -0.29768 C 0.08867 -0.3 0.09258 -0.29838 0.0931 -0.30255 C 0.09362 -0.30579 0.08984 -0.30579 0.08815 -0.30671 C 0.08151 -0.31065 0.075 -0.31574 0.0681 -0.31782 C 0.05612 -0.32106 0.04388 -0.32083 0.0319 -0.32222 C 0.02513 -0.32083 0.01823 -0.32176 0.01185 -0.31782 C -0.01185 -0.30417 -0.02383 -0.27361 -0.04193 -0.24213 C -0.06146 -0.16435 -0.08646 -0.09028 -0.10065 -0.0088 C -0.10378 0.0088 -0.10208 0.0412 -0.09193 0.04445 C -0.05404 0.05671 -0.01524 0.03542 0.02305 0.03102 C 0.05612 0.01435 0.09726 -0.0037 0.12812 -0.03102 C 0.14818 -0.04907 0.18555 -0.09329 0.18555 -0.09305 C 0.19765 -0.12407 0.19479 -0.11134 0.19805 -0.12893 C 0.1944 -0.13217 0.19075 -0.13565 0.18685 -0.13773 C 0.16693 -0.14838 0.15351 -0.12106 0.13437 -0.1044 C 0.12799 -0.07639 0.12448 -0.07801 0.1418 -0.04884 C 0.14401 -0.04537 0.14765 -0.04745 0.15065 -0.04676 C 0.16367 -0.03889 0.15299 -0.04421 0.17057 -0.04005 C 0.17656 -0.03866 0.17851 -0.0368 0.18437 -0.03333 C 0.17851 -0.03264 0.17265 -0.03264 0.1668 -0.03102 C 0.15807 -0.02893 0.14948 -0.02384 0.14062 -0.02222 C 0.11653 -0.01782 0.09232 -0.0162 0.0681 -0.01342 L -0.05443 0.02662 L -0.2069 0.07986 L -0.37057 0.07107 C -0.41784 0.06783 -0.3836 0.06736 -0.42057 0.06227 C -0.42982 0.06088 -0.4388 0.06065 -0.44805 0.05995 C -0.45599 0.05857 -0.4638 0.05625 -0.47188 0.05556 C -0.54167 0.04861 -0.52682 0.08449 -0.54193 0.04445 C -0.54271 0.02732 -0.5431 0.01019 -0.5444 -0.00671 C -0.54479 -0.01273 -0.54688 -0.01829 -0.54688 -0.02454 C -0.5461 -0.06967 -0.54375 -0.11481 -0.54193 -0.15995 C -0.54128 -0.1743 -0.54128 -0.18356 -0.53685 -0.1956 C -0.53268 -0.20717 -0.53073 -0.22616 -0.52318 -0.22893 C -0.48216 -0.24398 -0.43972 -0.24074 -0.39818 -0.24676 C -0.35469 -0.21412 -0.38138 -0.23542 -0.31693 -0.17569 C -0.29935 -0.15949 -0.28242 -0.1412 -0.26432 -0.12662 L -0.20938 -0.08217 L -0.1819 -0.05995 C -0.16315 -0.04467 -0.1461 -0.01898 -0.12565 -0.01342 C -0.10365 -0.00741 -0.11485 -0.00949 -0.09193 -0.00671 C -0.05365 0.00556 -0.06159 0.00509 0.0069 -0.01111 C 0.02265 -0.01481 0.03802 -0.0243 0.05312 -0.03333 C 0.06693 -0.04143 0.09284 -0.0743 0.10065 -0.08657 C 0.11406 -0.1081 0.12669 -0.13079 0.13815 -0.15555 L 0.1556 -0.19329 C 0.16862 -0.26273 0.17005 -0.2544 0.1681 -0.34444 C 0.16797 -0.35231 0.1651 -0.35949 0.16315 -0.3669 C 0.15469 -0.39653 0.15169 -0.40417 0.13685 -0.42662 C 0.11523 -0.45926 0.09466 -0.49514 0.07057 -0.52222 C 0.0444 -0.55185 0.0168 -0.56458 -0.01185 -0.57986 L -0.09818 -0.57546 C -0.12552 -0.57384 -0.125 -0.57592 -0.15182 -0.55995 L -0.3569 -0.43542 C -0.39154 -0.41574 -0.42682 -0.39954 -0.46172 -0.38217 C -0.48099 -0.37268 -0.49987 -0.36111 -0.5194 -0.35555 L -0.61432 -0.32893 C -0.6461 -0.3206 -0.65912 -0.31967 -0.68919 -0.31551 C -0.71862 -0.31736 -0.72266 -0.30324 -0.73802 -0.33565 C -0.73945 -0.33866 -0.73972 -0.34282 -0.7405 -0.34653 C -0.74206 -0.36597 -0.74414 -0.38472 -0.7405 -0.4044 C -0.73659 -0.42639 -0.72943 -0.44491 -0.72305 -0.46435 C -0.71094 -0.50139 -0.68998 -0.54097 -0.67422 -0.56875 C -0.65521 -0.60301 -0.63867 -0.64213 -0.61693 -0.67106 C -0.58737 -0.71042 -0.55482 -0.74213 -0.52188 -0.77106 C -0.51458 -0.77731 -0.50599 -0.77384 -0.49818 -0.77546 C -0.49141 -0.77685 -0.48477 -0.77847 -0.47813 -0.77986 C -0.45547 -0.76574 -0.4319 -0.75694 -0.41068 -0.73773 C -0.40482 -0.73241 -0.40352 -0.71805 -0.39935 -0.7088 C -0.39518 -0.6993 -0.38919 -0.69259 -0.38568 -0.68217 C -0.36458 -0.62106 -0.35039 -0.55208 -0.32565 -0.4956 C -0.31979 -0.48217 -0.31367 -0.46921 -0.30807 -0.45555 C -0.30287 -0.44259 -0.29922 -0.42731 -0.2931 -0.41551 C -0.24805 -0.32847 -0.22409 -0.25926 -0.17318 -0.21111 C -0.16628 -0.20463 -0.15912 -0.19884 -0.15182 -0.19329 C -0.14076 -0.18518 -0.13008 -0.17292 -0.1181 -0.16921 C -0.09922 -0.16273 -0.07982 -0.16435 -0.06068 -0.16273 C -0.03998 -0.16597 -0.05313 -0.16111 -0.0332 -0.17569 C -0.02774 -0.17963 -0.02188 -0.18125 -0.01693 -0.1868 C -0.00208 -0.20301 0.01211 -0.2206 0.02565 -0.24005 C 0.0401 -0.26065 0.05755 -0.29954 0.0694 -0.32454 C 0.07226 -0.34282 0.07838 -0.3669 0.07305 -0.38657 C 0.06015 -0.43542 0.03008 -0.46481 0.0056 -0.48889 C -0.02331 -0.51713 -0.07735 -0.53727 -0.10443 -0.54653 C -0.11419 -0.55 -0.12435 -0.54954 -0.13438 -0.55116 C -0.17682 -0.54213 -0.22005 -0.54097 -0.26185 -0.5243 C -0.28086 -0.5169 -0.29714 -0.49583 -0.31432 -0.47986 C -0.34154 -0.45509 -0.34727 -0.44907 -0.36693 -0.4088 C -0.38828 -0.36528 -0.40912 -0.32083 -0.4293 -0.27546 C -0.44271 -0.2463 -0.46589 -0.16852 -0.47188 -0.14676 C -0.47604 -0.13102 -0.478 -0.11366 -0.4819 -0.09768 C -0.48672 -0.07801 -0.49271 -0.05926 -0.49818 -0.04005 C -0.49987 -0.01574 -0.49753 -0.02893 -0.50313 -0.01111 C -0.50664 -1.11111E-6 -0.50352 -0.00347 -0.50938 -1.11111E-6 C -0.53542 -0.10069 -0.49544 0.05046 -0.52813 -0.05995 C -0.53698 -0.08981 -0.54623 -0.11967 -0.55313 -0.15139 C -0.56302 -0.19653 -0.56979 -0.24305 -0.57813 -0.28889 C -0.57891 -0.30417 -0.5819 -0.36296 -0.5819 -0.38217 C -0.5819 -0.42639 -0.58164 -0.46967 -0.5806 -0.51319 C -0.58047 -0.52153 -0.57956 -0.52986 -0.57813 -0.53773 C -0.57656 -0.5463 -0.57474 -0.55486 -0.57188 -0.56227 C -0.56341 -0.58449 -0.55625 -0.61018 -0.5444 -0.62685 C -0.53516 -0.63912 -0.52578 -0.65116 -0.51693 -0.66458 C -0.51328 -0.66967 -0.51146 -0.68009 -0.5069 -0.68217 C -0.49024 -0.69028 -0.47266 -0.68958 -0.45547 -0.69352 C -0.45339 -0.69259 -0.45117 -0.69282 -0.44922 -0.69097 C -0.43763 -0.67986 -0.43906 -0.67662 -0.43307 -0.65579 C -0.43229 -0.62523 -0.42617 -0.59375 -0.43047 -0.56435 C -0.43503 -0.53472 -0.46289 -0.41134 -0.48568 -0.36227 C -0.49167 -0.3493 -0.49727 -0.33472 -0.5056 -0.32662 C -0.53568 -0.29838 -0.5681 -0.27917 -0.59935 -0.25602 C -0.60482 -0.25625 -0.61094 -0.25278 -0.61563 -0.25787 C -0.61862 -0.26088 -0.61823 -0.26944 -0.6181 -0.27546 C -0.6168 -0.3588 -0.62083 -0.40301 -0.60313 -0.46875 C -0.59557 -0.49676 -0.55755 -0.60116 -0.55313 -0.61111 C -0.53529 -0.65162 -0.51615 -0.69028 -0.49557 -0.72662 C -0.48893 -0.73842 -0.48333 -0.75301 -0.47565 -0.76204 C -0.46081 -0.77986 -0.44388 -0.79143 -0.42813 -0.80648 C -0.41146 -0.82268 -0.42513 -0.81481 -0.4069 -0.82222 C -0.40729 -0.8118 -0.4069 -0.80116 -0.40807 -0.79097 C -0.41406 -0.74329 -0.42917 -0.6706 -0.43932 -0.62917 C -0.44284 -0.61481 -0.44805 -0.60255 -0.45182 -0.58889 C -0.4543 -0.58032 -0.45599 -0.57106 -0.45807 -0.56227 C -0.45938 -0.55116 -0.4599 -0.51805 -0.46172 -0.52893 C -0.46576 -0.55 -0.46315 -0.57338 -0.46432 -0.5956 C -0.46654 -0.63403 -0.47188 -0.71111 -0.47188 -0.71111 C -0.47097 -0.73773 -0.47149 -0.76458 -0.4694 -0.79097 C -0.46849 -0.80255 -0.46719 -0.81505 -0.46315 -0.8243 C -0.46003 -0.83171 -0.45391 -0.83287 -0.44922 -0.83773 C -0.44766 -0.83958 -0.44636 -0.84305 -0.4444 -0.84444 C -0.44206 -0.84606 -0.43932 -0.8456 -0.43672 -0.84653 C -0.43021 -0.8493 -0.42357 -0.85255 -0.41693 -0.85555 C -0.41485 -0.85764 -0.41276 -0.86018 -0.41068 -0.86204 C -0.40951 -0.86319 -0.40781 -0.86273 -0.4069 -0.86435 C -0.40443 -0.86875 -0.40248 -0.87893 -0.40065 -0.88426 C -0.40052 -0.88449 -0.38828 -0.91759 -0.38685 -0.91967 C -0.3836 -0.92477 -0.38008 -0.92963 -0.37682 -0.93518 C -0.37097 -0.94583 -0.37031 -0.95532 -0.36185 -0.96412 C -0.3569 -0.96921 -0.35182 -0.9743 -0.34688 -0.97963 C -0.34427 -0.98241 -0.34206 -0.98634 -0.33932 -0.98866 C -0.33763 -0.99005 -0.32865 -0.99375 -0.32565 -0.99514 C -0.32357 -0.99745 -0.32162 -1.00046 -0.3194 -1.00185 C -0.31498 -1.00486 -0.31029 -1.00648 -0.3056 -1.00856 C -0.29518 -1.01319 -0.29544 -1.01273 -0.28568 -1.01528 C -0.2836 -1.01667 -0.28151 -1.01852 -0.27943 -1.01967 C -0.27735 -1.02083 -0.27526 -1.02106 -0.27318 -1.02199 C -0.27149 -1.02245 -0.26979 -1.02338 -0.2681 -1.02407 C -0.26602 -1.025 -0.26393 -1.02546 -0.26185 -1.02639 C -0.26055 -1.02685 -0.25938 -1.02801 -0.25807 -1.02847 C -0.24896 -1.03241 -0.23998 -1.03819 -0.2306 -1.03958 L -0.21693 -1.0419 C -0.20638 -1.0456 -0.20313 -1.04676 -0.18932 -1.05069 C -0.18607 -1.05162 -0.18268 -1.05255 -0.17943 -1.05301 C -0.16901 -1.05417 -0.1586 -1.0544 -0.14818 -1.05532 L -0.10938 -1.05301 C -0.1069 -1.05278 -0.09362 -1.0493 -0.09063 -1.04861 C -0.08854 -1.04699 -0.08646 -1.04583 -0.08438 -1.04421 C -0.0819 -1.04213 -0.07956 -1.03912 -0.07695 -1.0375 C -0.07487 -1.03611 -0.07279 -1.03588 -0.0707 -1.03518 C -0.0681 -1.03217 -0.06576 -1.02917 -0.06315 -1.02639 C -0.05951 -1.02245 -0.05534 -1.01967 -0.05195 -1.01528 C -0.0474 -1.00926 -0.04362 -1.00162 -0.03945 -0.99514 C -0.03828 -0.99352 -0.03672 -0.99259 -0.03568 -0.99074 C -0.03242 -0.98495 -0.03138 -0.98009 -0.02943 -0.97292 C -0.0306 -0.91967 -0.03125 -0.86643 -0.0332 -0.81319 C -0.03333 -0.80648 -0.03529 -0.8 -0.03568 -0.79329 C -0.03646 -0.77847 -0.03607 -0.76366 -0.03685 -0.74884 C -0.03776 -0.7338 -0.03958 -0.71921 -0.04063 -0.7044 C -0.04206 -0.6838 -0.0431 -0.66296 -0.0444 -0.64213 C -0.04401 -0.62801 -0.04375 -0.61389 -0.0431 -0.60023 C -0.04297 -0.59467 -0.04271 -0.58935 -0.04193 -0.58449 C -0.04102 -0.57963 -0.04037 -0.57407 -0.03815 -0.57106 C -0.0362 -0.56829 -0.0332 -0.56967 -0.0306 -0.56875 C -0.02149 -0.57037 -0.01211 -0.56991 -0.00313 -0.57338 C 0.03737 -0.58842 0.05091 -0.60278 0.08932 -0.63565 C 0.09245 -0.63796 0.09557 -0.64051 0.09805 -0.64444 C 0.1026 -0.65092 0.10612 -0.65972 0.11055 -0.6669 C 0.1125 -0.66944 0.11484 -0.67106 0.1168 -0.67338 C 0.12031 -0.67755 0.12344 -0.68217 0.12682 -0.68657 C 0.12812 -0.68819 0.12943 -0.68935 0.1306 -0.69097 C 0.13359 -0.69537 0.13646 -0.7 0.13932 -0.7044 C 0.14336 -0.69954 0.16172 -0.68102 0.1681 -0.6669 C 0.18411 -0.63079 0.20599 -0.60046 0.21562 -0.55764 C 0.23099 -0.48935 0.20377 -0.60903 0.23307 -0.48657 C 0.2362 -0.47338 0.23893 -0.45995 0.2418 -0.44653 C 0.24271 -0.4044 0.24401 -0.36227 0.2444 -0.32014 C 0.2444 -0.31551 0.24349 -0.31111 0.2431 -0.30671 C 0.2401 -0.27037 0.23997 -0.25 0.2319 -0.21574 C 0.22956 -0.20555 0.21745 -0.17639 0.21315 -0.16921 C 0.19974 -0.14514 0.18724 -0.11944 0.17187 -0.1 C 0.15781 -0.08217 0.14193 -0.06805 0.12565 -0.05787 C 0.08229 -0.03079 0.05547 -0.03449 0.01055 -0.03102 C -0.10078 -0.04768 -0.06276 -0.03194 -0.17435 -0.0912 C -0.178 -0.09305 -0.18151 -0.09583 -0.18438 -0.1 C -0.20287 -0.12778 -0.21719 -0.16505 -0.23815 -0.1868 C -0.24818 -0.19699 -0.25886 -0.20532 -0.2681 -0.21782 C -0.27318 -0.22454 -0.27761 -0.23287 -0.28307 -0.23773 C -0.2862 -0.24051 -0.28985 -0.23889 -0.2931 -0.24005 C -0.36836 -0.26435 -0.28815 -0.25046 -0.43672 -0.25324 C -0.44922 -0.25185 -0.46211 -0.25278 -0.47422 -0.24884 C -0.47643 -0.24815 -0.47695 -0.24305 -0.47813 -0.24005 C -0.48164 -0.23125 -0.47891 -0.23426 -0.48438 -0.23102 C -0.48893 -0.23403 -0.49453 -0.23426 -0.49818 -0.24005 C -0.51146 -0.26134 -0.50912 -0.28657 -0.51068 -0.31551 C -0.51016 -0.33333 -0.51068 -0.35116 -0.50938 -0.36875 C -0.5086 -0.37893 -0.5069 -0.38866 -0.50443 -0.39768 C -0.49232 -0.44074 -0.4806 -0.48426 -0.46563 -0.5243 C -0.44909 -0.56875 -0.43438 -0.59491 -0.41068 -0.61991 C -0.38255 -0.64954 -0.35443 -0.67917 -0.32565 -0.70648 C -0.32175 -0.71042 -0.31745 -0.71204 -0.31315 -0.71319 C -0.30365 -0.71643 -0.29401 -0.71759 -0.28438 -0.71991 C -0.26602 -0.71852 -0.24714 -0.72407 -0.22943 -0.71551 C -0.20847 -0.70579 -0.18998 -0.68403 -0.17057 -0.6669 C -0.12722 -0.62755 -0.08373 -0.54745 -0.05313 -0.49768 C -0.04492 -0.48426 -0.0388 -0.4669 -0.0306 -0.45324 C -0.01914 -0.43426 0.08724 -0.23912 0.14687 -0.17338 C 0.16237 -0.15625 0.17721 -0.13565 0.1944 -0.12454 C 0.21432 -0.11157 0.23607 -0.10972 0.2569 -0.10231 C 0.27643 -0.1037 0.28489 -0.09444 0.29687 -0.11991 C 0.29818 -0.12292 0.29765 -0.12731 0.29805 -0.13102 C 0.2931 -0.15694 0.28971 -0.18426 0.28307 -0.2088 C 0.28047 -0.21898 0.27552 -0.22708 0.27057 -0.23333 C 0.25625 -0.25324 0.24088 -0.27106 0.22565 -0.28889 C 0.1888 -0.33194 0.19648 -0.31736 0.13932 -0.34213 C 0.12513 -0.33958 0.11068 -0.33958 0.09687 -0.33333 C 0.07344 -0.32245 0.05078 -0.30671 0.02812 -0.2912 C 0.00924 -0.27847 -0.03021 -0.23356 -0.04193 -0.21991 C -0.06511 -0.19329 -0.0888 -0.16643 -0.11068 -0.13565 C -0.14492 -0.08727 -0.14505 -0.08403 -0.1806 -0.04444 C -0.1905 -0.03356 -0.20052 -0.02315 -0.21068 -0.01342 C -0.21341 -0.01065 -0.21628 -0.00741 -0.2194 -0.00671 C -0.23633 -0.00231 -0.25352 -0.00069 -0.27057 0.00232 C -0.30586 -0.00278 -0.33958 -0.00602 -0.37435 -0.02454 C -0.43451 -0.05648 -0.4931 -0.09653 -0.55182 -0.13565 C -0.55703 -0.13889 -0.56146 -0.14514 -0.56563 -0.15139 C -0.57005 -0.1581 -0.57318 -0.16759 -0.57682 -0.17569 C -0.57813 -0.20671 -0.58099 -0.23773 -0.5806 -0.26898 C -0.58047 -0.28009 -0.57982 -0.29213 -0.57565 -0.3 C -0.56563 -0.31852 -0.55339 -0.3331 -0.54063 -0.34444 C -0.52748 -0.35625 -0.50495 -0.36227 -0.48932 -0.36875 C -0.42656 -0.39514 -0.50521 -0.36412 -0.43555 -0.39097 C -0.38815 -0.37315 -0.38945 -0.38148 -0.3444 -0.32454 C -0.3207 -0.29444 -0.30365 -0.24676 -0.27682 -0.22708 C -0.0987 -0.09213 -0.1707 -0.12106 -0.0694 -0.08889 C -0.01354 -0.0919 0.04245 -0.08889 0.09805 -0.09768 C 0.1082 -0.0993 0.1168 -0.11134 0.12565 -0.11991 C 0.14375 -0.13796 0.15664 -0.15625 0.17057 -0.18217 C 0.17226 -0.18542 0.17305 -0.19005 0.17435 -0.19329 C 0.16393 -0.2125 0.15482 -0.23449 0.1431 -0.25116 C 0.1362 -0.26088 0.12747 -0.26551 0.1194 -0.27106 C 0.02148 -0.33842 0.02643 -0.325 -0.1056 -0.37801 C -0.1099 -0.37731 -0.16745 -0.38009 -0.1806 -0.36042 C -0.21042 -0.31458 -0.23633 -0.2618 -0.26315 -0.21111 C -0.2944 -0.15208 -0.25586 -0.18889 -0.31185 -0.10671 C -0.34388 -0.05972 -0.37748 -0.01574 -0.41315 0.02222 C -0.42266 0.03241 -0.43464 0.03102 -0.44557 0.03542 C -0.45899 0.03033 -0.47253 0.02685 -0.48568 0.01991 C -0.48815 0.01852 -0.48998 0.01435 -0.49193 0.01111 C -0.51146 -0.02199 -0.52891 -0.05417 -0.54063 -0.1 C -0.55768 -0.1669 -0.58307 -0.30671 -0.58307 -0.30648 C -0.58568 -0.35764 -0.58711 -0.35231 -0.58307 -0.40208 C -0.58268 -0.40764 -0.58216 -0.41296 -0.5806 -0.41829 C -0.57083 -0.44815 -0.56628 -0.45532 -0.54818 -0.47106 C -0.50925 -0.50486 -0.51341 -0.49977 -0.47682 -0.51319 C -0.45482 -0.5125 -0.43021 -0.52893 -0.41068 -0.51111 C -0.38828 -0.49074 -0.31953 -0.36574 -0.27943 -0.32014 C -0.25482 -0.2919 -0.23047 -0.26319 -0.20443 -0.24005 C -0.10378 -0.15046 -0.05026 -0.09491 0.05065 -0.06667 C 0.06953 -0.06134 0.08893 -0.06366 0.10807 -0.06227 C 0.14101 -0.07454 0.14401 -0.05787 0.1543 -0.0912 C 0.15495 -0.09305 0.15521 -0.0956 0.1556 -0.09768 C 0.15677 -0.12106 0.1582 -0.1338 0.1556 -0.15787 C 0.1543 -0.16991 0.15312 -0.18287 0.14935 -0.19329 C 0.14414 -0.20787 0.13581 -0.21805 0.1293 -0.23102 C 0.12409 -0.2419 0.12018 -0.25463 0.11432 -0.26435 C 0.10299 -0.28333 0.01146 -0.43449 -0.0194 -0.44653 L -0.0819 -0.47106 C -0.15781 -0.46389 -0.17305 -0.47014 -0.24063 -0.44005 C -0.25261 -0.43472 -0.26367 -0.42384 -0.27565 -0.41829 C -0.31628 -0.39745 -0.35664 -0.37361 -0.39818 -0.36042 C -0.41992 -0.35278 -0.44232 -0.35717 -0.46432 -0.35555 C -0.46771 -0.35717 -0.47162 -0.35648 -0.47422 -0.36042 C -0.47604 -0.36227 -0.47643 -0.36713 -0.47682 -0.37106 C -0.47813 -0.38055 -0.47852 -0.39028 -0.47943 -0.4 C -0.48073 -0.45393 -0.49063 -0.50926 -0.4694 -0.55555 C -0.44896 -0.60023 -0.41315 -0.62199 -0.38438 -0.63796 C -0.30313 -0.68241 -0.31511 -0.67292 -0.23685 -0.67546 C -0.21276 -0.6493 -0.10156 -0.525 -0.0707 -0.50671 C 0.01328 -0.45694 -0.01953 -0.46366 0.02435 -0.45764 C 0.02513 -0.46065 0.02695 -0.46342 0.02682 -0.46667 C 0.02604 -0.48842 0.01185 -0.52292 0.00807 -0.53542 C 0.00573 -0.54352 0.00456 -0.55231 0.00182 -0.55995 C -0.00222 -0.57176 -0.00469 -0.58842 -0.01185 -0.59329 C -0.03854 -0.61157 -0.0957 -0.62685 -0.0957 -0.62639 C -0.13477 -0.61921 -0.17474 -0.61991 -0.21315 -0.6044 C -0.22357 -0.60023 -0.23047 -0.58194 -0.23815 -0.56875 C -0.253 -0.54329 -0.26771 -0.51759 -0.2806 -0.48889 C -0.41276 -0.19537 -0.19688 -0.64305 -0.36068 -0.23565 C -0.38568 -0.17338 -0.40638 -0.10509 -0.43555 -0.04884 C -0.48399 0.04398 -0.57005 0.01227 -0.62813 0.01783 C -0.63854 0.0007 -0.65013 -0.01435 -0.65938 -0.03333 C -0.66133 -0.03727 -0.66068 -0.04375 -0.66068 -0.04884 C -0.66068 -0.06898 -0.66276 -0.08981 -0.65938 -0.1088 C -0.64167 -0.2037 -0.6069 -0.27546 -0.56432 -0.34005 C -0.35886 -0.65185 -0.475 -0.48403 -0.36432 -0.58889 C -0.34063 -0.61157 -0.31901 -0.64074 -0.2944 -0.65995 C -0.26953 -0.6794 -0.24271 -0.68958 -0.21693 -0.7044 C -0.21354 -0.56065 -0.21328 -0.52569 -0.20443 -0.34907 C -0.20352 -0.33241 -0.20508 -0.31319 -0.19935 -0.3 C -0.17682 -0.24792 -0.14974 -0.20139 -0.12188 -0.15787 C -0.11432 -0.14583 -0.1043 -0.13912 -0.0944 -0.13565 C -0.07136 -0.12731 -0.04779 -0.12662 -0.02435 -0.12245 C 0.01393 -0.12523 0.05273 -0.12014 0.09062 -0.13102 C 0.11432 -0.13796 0.13607 -0.1588 0.15807 -0.17569 C 0.19609 -0.20463 0.2293 -0.26389 0.27057 -0.26898 L 0.28815 -0.27106 C 0.29388 -0.23657 0.29049 -0.26157 0.2931 -0.23102 C 0.29349 -0.22731 0.29648 -0.2206 0.2944 -0.21991 C 0.28476 -0.21759 0.27526 -0.22384 0.26562 -0.22454 L 0.11562 -0.23333 C 0.08581 -0.21736 0.06224 -0.2125 0.03815 -0.18217 C 0.02305 -0.16342 0.00911 -0.1419 -0.0056 -0.12245 C -0.00807 -0.11944 -0.01042 -0.1162 -0.01315 -0.11342 C -0.01836 -0.10903 -0.02396 -0.10602 -0.02943 -0.10231 C -0.03151 -0.10301 -0.0336 -0.1037 -0.03568 -0.1044 C -0.03737 -0.10509 -0.03945 -0.1044 -0.04063 -0.10671 C -0.09766 -0.21018 -0.08477 -0.20532 -0.1444 -0.2912 C -0.16198 -0.31643 -0.17917 -0.34421 -0.19935 -0.36227 C -0.24714 -0.40555 -0.26888 -0.39838 -0.3194 -0.40208 C -0.38789 -0.37083 -0.36771 -0.39745 -0.42057 -0.24467 C -0.42539 -0.23079 -0.42487 -0.21342 -0.42682 -0.19815 C -0.42722 -0.19398 -0.42813 -0.18287 -0.42813 -0.1868 C -0.42813 -0.19167 -0.42722 -0.1956 -0.42682 -0.2 C -0.42552 -0.2206 -0.42422 -0.24143 -0.42318 -0.26227 C -0.42474 -0.36065 -0.42617 -0.45926 -0.42813 -0.55764 C -0.42891 -0.59861 -0.428 -0.5875 -0.43047 -0.61111 C -0.45013 -0.59722 -0.45052 -0.60069 -0.4418 -0.51991 C -0.43841 -0.48727 -0.42279 -0.43217 -0.40065 -0.41991 C -0.38737 -0.4125 -0.37318 -0.4125 -0.35938 -0.4088 C -0.29766 -0.41505 -0.23568 -0.4125 -0.17435 -0.42662 C -0.14792 -0.43287 -0.08294 -0.46944 -0.05443 -0.50671 C -0.02526 -0.54444 0.00143 -0.58819 0.0293 -0.62917 C 0.0306 -0.63403 0.03203 -0.63912 0.03307 -0.64444 C 0.03581 -0.65671 0.03659 -0.6662 0.03437 -0.64653 C 0.04101 -0.50949 0.04531 -0.37222 0.0543 -0.23565 C 0.05534 -0.21967 0.0595 -0.20463 0.06432 -0.19167 C 0.07135 -0.17245 0.07969 -0.15463 0.08932 -0.14028 C 0.097 -0.12893 0.10586 -0.11805 0.11562 -0.11342 C 0.12604 -0.1081 0.13724 -0.1118 0.14805 -0.11134 C 0.16263 -0.1162 0.17786 -0.11782 0.1918 -0.12662 C 0.22851 -0.15092 0.26432 -0.17986 0.29935 -0.21111 C 0.30703 -0.21782 0.31276 -0.23032 0.3194 -0.24005 C 0.32109 -0.24305 0.32226 -0.24699 0.32435 -0.24884 C 0.32565 -0.25 0.32239 -0.24467 0.32187 -0.24213 C 0.31614 -0.21505 0.31002 -0.18842 0.3056 -0.15995 C 0.29961 -0.12268 0.29557 -0.08449 0.29062 -0.04676 C 0.28307 -0.07778 0.2776 -0.11065 0.2681 -0.14028 C 0.18008 -0.41389 0.19974 -0.30162 0.1556 -0.48657 C 0.14258 -0.54097 0.1375 -0.60301 0.1181 -0.65116 C 0.11015 -0.67106 0.11536 -0.66481 0.10312 -0.67106 C 0.09896 -0.66736 0.09427 -0.66528 0.09062 -0.65995 C 0.06406 -0.62268 -0.00169 -0.48287 -0.00443 -0.47778 C -0.02474 -0.43842 -0.0375 -0.37338 -0.06693 -0.36227 L -0.14935 -0.33148 C -0.19206 -0.33796 -0.19323 -0.3331 -0.2444 -0.37546 C -0.28464 -0.4088 -0.31901 -0.46643 -0.36185 -0.48657 L -0.42318 -0.51551 C -0.43529 -0.51389 -0.44063 -0.5162 -0.45065 -0.50671 C -0.453 -0.5044 -0.45482 -0.50069 -0.4569 -0.49768 C -0.44076 -0.55486 -0.46914 -0.45579 -0.41315 -0.61551 C -0.40977 -0.62523 -0.4082 -0.63634 -0.4056 -0.64653 C -0.40482 -0.64954 -0.40391 -0.65255 -0.40313 -0.65579 C -0.40261 -0.65764 -0.40156 -0.66458 -0.40182 -0.66227 C -0.40508 -0.63634 -0.40873 -0.61065 -0.41185 -0.58449 C -0.41589 -0.55185 -0.41758 -0.51852 -0.42318 -0.48657 C -0.4293 -0.45069 -0.43867 -0.4169 -0.44688 -0.38217 C -0.45039 -0.36713 -0.45807 -0.33796 -0.45807 -0.33796 C -0.45964 -0.33842 -0.46289 -0.33704 -0.46315 -0.34005 C -0.4668 -0.38032 -0.46589 -0.42176 -0.4694 -0.46227 C -0.47097 -0.48217 -0.47279 -0.50208 -0.47422 -0.52222 C -0.47513 -0.53333 -0.47604 -0.54444 -0.47682 -0.55555 C -0.48021 -0.54954 -0.48464 -0.54514 -0.48685 -0.53773 C -0.50625 -0.47454 -0.50873 -0.4368 -0.5194 -0.36435 C -0.51849 -0.32083 -0.51875 -0.27685 -0.51693 -0.23333 C -0.51667 -0.22893 -0.51458 -0.22546 -0.51315 -0.22222 C -0.51211 -0.2206 -0.51068 -0.21921 -0.50938 -0.21782 C -0.49063 -0.23426 -0.49466 -0.2287 -0.47422 -0.27361 C -0.41276 -0.41018 -0.42552 -0.36944 -0.40065 -0.46667 C -0.41185 -0.47546 -0.42214 -0.49097 -0.43438 -0.49329 C -0.4737 -0.50069 -0.51797 -0.46342 -0.55313 -0.4956 C -0.56875 -0.50995 -0.53841 -0.55278 -0.5319 -0.58217 C -0.51485 -0.65972 -0.50794 -0.70486 -0.4944 -0.78426 C -0.49102 -0.82662 -0.48711 -0.86875 -0.48438 -0.91088 C -0.48373 -0.9213 -0.48698 -0.89005 -0.48815 -0.87986 C -0.49024 -0.86065 -0.49232 -0.84143 -0.4944 -0.82222 C -0.4931 -0.80509 -0.49623 -0.78495 -0.49063 -0.77106 C -0.48789 -0.76412 -0.48425 -0.7838 -0.4819 -0.79097 C -0.4668 -0.83704 -0.45208 -0.8838 -0.43815 -0.93079 C -0.42878 -0.96273 -0.40677 -1.06342 -0.41185 -1.02847 C -0.4138 -1.01528 -0.42956 -0.9037 -0.43555 -0.87778 C -0.45208 -0.80741 -0.48815 -0.66875 -0.48815 -0.66852 C -0.49232 -0.62153 -0.49779 -0.5743 -0.50065 -0.52662 C -0.50078 -0.52407 -0.49792 -0.5206 -0.49688 -0.52222 C -0.47057 -0.55787 -0.44388 -0.59375 -0.42057 -0.63565 C -0.39766 -0.67662 -0.37865 -0.73449 -0.36432 -0.78657 C -0.36302 -0.79143 -0.36276 -0.79699 -0.36185 -0.80208 C -0.35091 -0.7493 -0.35495 -0.7162 -0.32682 -0.69768 C -0.32175 -0.69444 -0.31602 -0.6963 -0.31068 -0.69583 C -0.30768 -0.69907 -0.30456 -0.70231 -0.30182 -0.70648 C -0.30078 -0.70833 -0.30078 -0.71273 -0.29935 -0.71319 C -0.29336 -0.71643 -0.28685 -0.7162 -0.2806 -0.71759 C -0.25261 -0.73611 -0.26511 -0.7243 -0.22943 -0.78657 C -0.19961 -0.83866 -0.2013 -0.83842 -0.1806 -0.89074 C -0.17839 -0.8419 -0.17995 -0.80648 -0.16185 -0.76204 C -0.15495 -0.74491 -0.14362 -0.73449 -0.13307 -0.7243 C -0.12461 -0.71643 -0.11485 -0.71389 -0.1056 -0.7088 C -0.09818 -0.71204 -0.08919 -0.70949 -0.0832 -0.71759 C -0.0668 -0.74005 -0.04063 -0.79768 -0.04063 -0.79745 C -0.03945 -0.80509 -0.0362 -0.81227 -0.03685 -0.81991 C -0.03724 -0.82407 -0.04141 -0.81505 -0.04193 -0.81111 C -0.0457 -0.77893 -0.04688 -0.74583 -0.04935 -0.71319 C -0.04232 -0.68542 -0.04089 -0.65 -0.02813 -0.62917 C -0.02292 -0.62037 -0.01992 -0.65 -0.0181 -0.66227 C -0.01602 -0.67731 -0.01745 -0.69352 -0.01693 -0.7088 C -0.01654 -0.71921 -0.01797 -0.73032 -0.01563 -0.74005 C -0.01458 -0.74421 -0.01068 -0.74282 -0.0082 -0.74444 C -0.00352 -0.75625 0.00117 -0.76782 0.0056 -0.77986 C 0.01393 -0.80301 0.01276 -0.79815 0.01562 -0.81319 C 0.02096 -0.77546 0.02174 -0.76898 0.03437 -0.7088 C 0.04193 -0.67268 0.04922 -0.63634 0.05937 -0.60208 C 0.07812 -0.53958 0.08828 -0.51018 0.1181 -0.47546 C 0.1207 -0.47245 0.12396 -0.47245 0.12682 -0.47106 C 0.12851 -0.47338 0.13112 -0.4743 0.1319 -0.47778 C 0.14531 -0.54768 0.14232 -0.5662 0.1444 -0.64444 C 0.14388 -0.65579 0.1431 -0.6669 0.1431 -0.67778 C 0.1431 -0.68009 0.1431 -0.6706 0.1444 -0.67106 C 0.14818 -0.67245 0.15104 -0.67847 0.1543 -0.68217 C 0.15846 -0.69259 0.16341 -0.70231 0.1668 -0.71319 C 0.17513 -0.74028 0.17487 -0.74259 0.17682 -0.76435 C 0.17604 -0.70278 0.17539 -0.64143 0.17435 -0.57986 C 0.17174 -0.42477 0.17096 -0.52523 0.17305 -0.4 C 0.17565 -0.50555 0.18008 -0.61551 0.1694 -0.71991 C 0.16732 -0.74005 0.16263 -0.68148 0.15937 -0.66227 C 0.15729 -0.60671 0.15443 -0.55116 0.15312 -0.4956 C 0.15221 -0.45764 0.14896 -0.46389 0.16055 -0.45555 C 0.16315 -0.46667 0.16706 -0.47708 0.1681 -0.48889 C 0.18515 -0.68055 0.17083 -0.7706 0.1793 -0.36875 C 0.17956 -0.36042 0.1819 -0.35255 0.18307 -0.34444 C 0.18659 -0.36921 0.18594 -0.36366 0.18932 -0.4088 C 0.19752 -0.51829 0.19609 -0.49884 0.19935 -0.59097 C 0.20104 -0.52801 0.20312 -0.46528 0.2043 -0.40208 C 0.20443 -0.39838 0.20156 -0.39421 0.20312 -0.39097 C 0.2043 -0.38935 0.20547 -0.39583 0.2069 -0.39768 C 0.20885 -0.40046 0.22018 -0.40856 0.22057 -0.4088 C 0.23945 -0.47616 0.22969 -0.45139 0.2293 -0.41991 C 0.22838 -0.34329 0.21732 -0.35231 0.23437 -0.34213 C 0.24232 -0.35625 0.24036 -0.35069 0.2431 -0.38449 C 0.26836 -0.69676 0.28021 -0.73958 0.25065 -0.59792 C 0.24805 -0.56505 0.24622 -0.53241 0.2431 -0.5 C 0.23789 -0.44421 0.22565 -0.33333 0.22565 -0.3331 C 0.22513 -0.31782 0.22487 -0.30255 0.22435 -0.28657 C 0.22409 -0.27778 0.22305 -0.25116 0.22305 -0.25995 C 0.22305 -0.3162 0.22396 -0.37245 0.22435 -0.42893 C 0.22851 -0.35579 0.22747 -0.36944 0.24062 -0.23773 C 0.24414 -0.20208 0.24922 -0.16667 0.25312 -0.13102 C 0.2625 -0.04467 0.25417 -0.09005 0.26432 -0.04005 C 0.26315 -0.05555 0.26185 -0.07106 0.26055 -0.08657 C 0.26015 -0.09259 0.26055 -0.09884 0.25937 -0.1044 C 0.25833 -0.10972 0.25599 -0.11342 0.2543 -0.11782 C 0.23685 -0.10231 0.2414 -0.11296 0.23437 -0.07106 C 0.2293 -0.04167 0.22057 0.01783 0.22057 0.01806 C 0.21042 0.00857 0.22057 0.01968 0.21185 0.00232 C 0.2039 -0.01389 0.19713 -0.0331 0.18685 -0.04444 C 0.17851 -0.05393 0.16771 -0.05324 0.15807 -0.05787 C 0.14896 -0.03102 0.13724 -0.00671 0.1306 0.02222 C 0.12825 0.03241 0.12656 0.04954 0.1319 0.05556 C 0.1362 0.06042 0.13828 0.04144 0.14062 0.03333 C 0.14453 0.01968 0.14726 0.00509 0.15065 -0.0088 C 0.15104 -0.02083 0.1526 -0.03264 0.15182 -0.04444 C 0.15091 -0.06042 0.15078 -0.07801 0.14557 -0.0912 C 0.13555 -0.11667 0.09075 -0.12199 0.08307 -0.12454 C 0.07357 -0.12153 0.06315 -0.12292 0.0543 -0.11551 C 0.03398 -0.09838 0.03346 -0.07338 0.02682 -0.04005 C 0.01706 -0.0706 0.01953 -0.06759 -0.0082 -0.0956 C -0.01302 -0.10046 -0.01901 -0.1 -0.02435 -0.10231 C -0.0461 -0.09699 -0.06784 -0.09282 -0.08945 -0.08657 C -0.09167 -0.08611 -0.09349 -0.08356 -0.0957 -0.08217 C -0.09727 -0.08125 -0.09896 -0.08079 -0.10065 -0.08009 C -0.09896 -0.08449 -0.09623 -0.08819 -0.0957 -0.09329 C -0.09518 -0.09722 -0.09597 -0.10417 -0.09818 -0.1044 C -0.11016 -0.10648 -0.12227 -0.10139 -0.13438 -0.1 C -0.1918 -0.06458 -0.25755 -0.0294 -0.3069 0.03333 C -0.32695 0.0588 -0.33776 0.10139 -0.35313 0.13542 C -0.35352 0.14144 -0.35742 0.15579 -0.35443 0.15324 C -0.33216 0.13472 -0.33216 0.10741 -0.32565 0.07107 C -0.32774 0.02894 -0.3155 -0.02477 -0.3319 -0.05555 C -0.38099 -0.14838 -0.45248 -0.10555 -0.50807 -0.0912 C -0.51524 -0.08148 -0.5237 -0.0743 -0.52943 -0.06227 C -0.53099 -0.0588 -0.5306 -0.05023 -0.52813 -0.04884 C -0.52331 -0.0463 -0.5181 -0.05185 -0.51315 -0.05324 C -0.48607 -0.075 -0.47057 -0.07986 -0.45547 -0.14028 C -0.45313 -0.15 -0.46146 -0.15949 -0.46432 -0.16921 C -0.47266 -0.15486 -0.48216 -0.14259 -0.48932 -0.12662 C -0.48998 -0.12523 -0.49193 -0.10324 -0.48932 -0.1 C -0.48698 -0.09676 -0.4836 -0.09861 -0.4806 -0.09768 C -0.47643 -0.10231 -0.4707 -0.1037 -0.46797 -0.11134 C -0.43724 -0.19884 -0.43854 -0.24236 -0.42565 -0.34907 C -0.4349 -0.42662 -0.42878 -0.44467 -0.4668 -0.4956 C -0.47188 -0.50231 -0.47943 -0.49838 -0.48568 -0.5 C -0.49141 -0.49028 -0.5 -0.48426 -0.50313 -0.47106 C -0.54948 -0.26713 -0.54258 -0.32361 -0.49193 -0.14884 C -0.47643 -0.16366 -0.45638 -0.16921 -0.44557 -0.19329 C -0.39948 -0.29722 -0.40222 -0.36042 -0.3931 -0.47778 C -0.39232 -0.52731 -0.38828 -0.57708 -0.39063 -0.62685 C -0.39128 -0.64005 -0.39531 -0.65509 -0.40182 -0.66227 C -0.4069 -0.66782 -0.41354 -0.65926 -0.4194 -0.65764 C -0.43047 -0.64815 -0.44323 -0.64236 -0.45313 -0.62917 C -0.47513 -0.59861 -0.48112 -0.56944 -0.4931 -0.52893 C -0.49193 -0.5162 -0.49518 -0.48333 -0.48932 -0.49097 C -0.43464 -0.56435 -0.4349 -0.6162 -0.41693 -0.71991 C -0.41524 -0.74722 -0.40326 -0.77917 -0.41185 -0.80208 C -0.41745 -0.8169 -0.43073 -0.78704 -0.43672 -0.77315 C -0.45287 -0.73727 -0.46354 -0.69467 -0.47682 -0.65579 C -0.47774 -0.63796 -0.48893 -0.59653 -0.47943 -0.60208 C -0.46927 -0.60833 -0.47344 -0.63889 -0.47305 -0.65764 C -0.47266 -0.68819 -0.47565 -0.71852 -0.47682 -0.74884 C -0.49857 -0.74167 -0.52214 -0.74421 -0.54193 -0.72662 C -0.60078 -0.6743 -0.6194 -0.57083 -0.64935 -0.47546 C -0.62604 -0.44583 -0.60651 -0.40324 -0.57943 -0.38657 C -0.54896 -0.36852 -0.48268 -0.43426 -0.46315 -0.45324 C -0.43828 -0.47778 -0.41419 -0.50509 -0.39063 -0.53333 C -0.36198 -0.56759 -0.36615 -0.56389 -0.37943 -0.55995 C -0.40065 -0.53472 -0.37943 -0.5588 -0.34818 -0.64653 C -0.34623 -0.65185 -0.34167 -0.66852 -0.3444 -0.66458 C -0.34948 -0.65694 -0.35182 -0.64514 -0.3556 -0.63565 C -0.3569 -0.61921 -0.3599 -0.60301 -0.35938 -0.58657 C -0.35612 -0.47639 -0.29349 -0.6243 -0.2681 -0.65579 C -0.26146 -0.68542 -0.25013 -0.71273 -0.24818 -0.74444 C -0.24727 -0.75833 -0.26159 -0.72662 -0.26432 -0.71319 C -0.27448 -0.66458 -0.27852 -0.6125 -0.28568 -0.56227 C -0.28216 -0.50278 -0.29206 -0.46366 -0.2556 -0.44236 C -0.25026 -0.43912 -0.24479 -0.44815 -0.23932 -0.45116 C -0.22852 -0.47477 -0.21563 -0.49583 -0.2069 -0.52222 C -0.19714 -0.55139 -0.19636 -0.57153 -0.1944 -0.60023 C -0.19102 -0.59398 -0.18893 -0.58449 -0.18438 -0.58217 C -0.14518 -0.56111 -0.05573 -0.57268 -0.0319 -0.57338 C -0.02826 -0.60231 -0.02539 -0.61713 -0.0306 -0.65324 C -0.03255 -0.6669 -0.03685 -0.68055 -0.0431 -0.68889 C -0.04857 -0.69583 -0.05651 -0.69352 -0.06315 -0.69583 C -0.06563 -0.68819 -0.07044 -0.68217 -0.0707 -0.67338 C -0.07344 -0.5787 -0.06901 -0.56782 -0.0431 -0.49097 C -0.0418 -0.48704 -0.03893 -0.48518 -0.03685 -0.48217 C -0.03112 -0.49097 -0.02253 -0.4963 -0.0194 -0.5088 C -0.01133 -0.54074 -0.01289 -0.58773 -0.01445 -0.62222 C -0.01458 -0.62523 -0.01524 -0.62801 -0.01563 -0.63102 C -0.01485 -0.63842 -0.0138 -0.64606 -0.01315 -0.65324 C -0.01211 -0.66458 -0.01485 -0.67824 -0.01068 -0.68657 C -0.00833 -0.69143 -0.00781 -0.67338 -0.00443 -0.67106 C 0.00234 -0.6669 0.00976 -0.66967 0.0168 -0.66875 C 0.02435 -0.67176 0.03203 -0.67384 0.03932 -0.67778 C 0.04206 -0.67917 0.04414 -0.68542 0.04687 -0.68472 C 0.05013 -0.68333 0.05195 -0.67708 0.0543 -0.67338 C 0.06107 -0.66227 0.06693 -0.6493 0.07435 -0.64005 C 0.10924 -0.5963 0.10573 -0.60185 0.13815 -0.58657 C 0.1414 -0.59259 0.14687 -0.5963 0.14805 -0.6044 C 0.14961 -0.61481 0.14726 -0.62546 0.14557 -0.63565 C 0.14349 -0.64792 0.13489 -0.65856 0.13685 -0.67106 C 0.13802 -0.67893 0.14492 -0.6625 0.14935 -0.65995 C 0.15508 -0.65648 0.16107 -0.65579 0.1668 -0.65324 C 0.16849 -0.65255 0.17018 -0.65185 0.17187 -0.65116 C 0.17226 -0.64768 0.17226 -0.64329 0.17305 -0.64005 C 0.17812 -0.61944 0.18385 -0.60787 0.19062 -0.58889 C 0.19245 -0.5838 0.19388 -0.57847 0.19557 -0.57338 C 0.19596 -0.57546 0.19661 -0.57755 0.19687 -0.57986 C 0.20065 -0.61782 0.19987 -0.61389 0.19687 -0.65764 C 0.19544 -0.67847 0.1918 -0.69907 0.1918 -0.71991 C 0.1918 -0.72592 0.19518 -0.70949 0.19687 -0.7044 C 0.19765 -0.71319 0.19896 -0.72199 0.19935 -0.73125 C 0.20026 -0.75324 0.18828 -0.80139 0.20065 -0.79768 C 0.21445 -0.79352 0.20898 -0.74977 0.21432 -0.72662 C 0.2194 -0.70509 0.22604 -0.68542 0.2319 -0.66458 C 0.23099 -0.71319 0.22656 -0.76227 0.2293 -0.81111 C 0.23008 -0.82454 0.23216 -0.78171 0.23815 -0.77315 C 0.24114 -0.76875 0.24062 -0.78657 0.2418 -0.79329 C 0.24271 -0.79028 0.24375 -0.7875 0.2444 -0.78426 C 0.24505 -0.78079 0.24648 -0.76736 0.24687 -0.76435 C 0.24765 -0.74722 0.24831 -0.73032 0.24935 -0.71319 C 0.24961 -0.7088 0.25078 -0.69537 0.25065 -0.7 C 0.24896 -0.73241 0.24844 -0.74977 0.23932 -0.77986 C 0.22773 -0.81898 0.22174 -0.81227 0.19687 -0.8287 C 0.05195 -0.76042 0.0806 -0.81713 0.00182 -0.67106 C -0.00039 -0.6669 -0.00065 -0.66065 -0.00195 -0.65579 C -0.00143 -0.66134 -0.00013 -0.66736 -0.00065 -0.67338 C -0.00104 -0.67755 -0.00195 -0.68542 -0.00443 -0.68472 C -0.02162 -0.6794 -0.03789 -0.66782 -0.05443 -0.65764 C -0.11953 -0.61759 -0.08529 -0.62616 -0.11693 -0.61991 C -0.11979 -0.6206 -0.12292 -0.62037 -0.12565 -0.62222 C -0.13099 -0.62616 -0.1349 -0.63842 -0.14063 -0.63796 C -0.19011 -0.63102 -0.23893 -0.6125 -0.28815 -0.60023 L -0.35065 -0.55324 C -0.35482 -0.55023 -0.3556 -0.54907 -0.35313 -0.55764 C -0.3487 -0.57338 -0.34336 -0.58819 -0.33932 -0.6044 C -0.33581 -0.61875 -0.3336 -0.63403 -0.3306 -0.64884 C -0.3319 -0.66458 -0.32904 -0.6831 -0.33438 -0.69583 C -0.33802 -0.70393 -0.3461 -0.69861 -0.35182 -0.69768 C -0.36198 -0.6963 -0.37188 -0.6919 -0.3819 -0.68889 L -0.4293 -0.65116 C -0.43177 -0.6493 -0.43425 -0.64699 -0.43672 -0.64653 C -0.43972 -0.6463 -0.44271 -0.64815 -0.44557 -0.64884 C -0.50287 -0.6044 -0.48386 -0.62268 -0.57318 -0.48889 C -0.58893 -0.46528 -0.60143 -0.43542 -0.61563 -0.4088 C -0.62149 -0.37986 -0.62982 -0.35231 -0.63307 -0.32222 C -0.63386 -0.31597 -0.63047 -0.30741 -0.62682 -0.30671 C -0.61107 -0.30417 -0.59518 -0.31111 -0.57943 -0.31389 C -0.56901 -0.31713 -0.5586 -0.3213 -0.54818 -0.32454 C -0.54154 -0.32662 -0.52865 -0.3412 -0.52813 -0.32893 C -0.51758 -0.11204 -0.50104 -0.12315 -0.55313 -0.11551 C -0.55182 -0.11342 -0.55091 -0.11065 -0.54935 -0.1088 C -0.54753 -0.10671 -0.54531 -0.1037 -0.5431 -0.1044 C -0.51498 -0.11296 -0.48724 -0.12523 -0.45938 -0.13565 C -0.46146 -0.1243 -0.48477 -0.01412 -0.47057 -0.01342 C -0.44909 -0.01227 -0.43724 -0.06227 -0.42057 -0.08657 C -0.41367 -0.12407 -0.42422 -0.07106 -0.4056 -0.00671 C -0.39362 0.03449 -0.3888 0.03519 -0.37318 0.04445 C -0.34727 0.03218 -0.35208 0.04005 -0.32943 -0.00671 C -0.30521 -0.05648 -0.32617 -0.03518 -0.30807 -0.05116 C -0.21419 0.05764 -0.25951 0.02477 -0.17682 0.06667 C -0.15235 0.06296 -0.12761 0.06158 -0.10313 0.05556 C -0.09779 0.05417 -0.09649 0.04283 -0.0931 0.03773 C -0.08464 0.02523 -0.07669 0.01088 -0.06693 0.00232 C -0.06042 -0.00347 -0.05287 -0.00347 -0.0457 -0.0044 C -0.01732 -0.00856 0.01107 -0.01042 0.03932 -0.01342 C 0.05312 -0.0169 0.13125 -0.03518 0.1444 -0.04444 C 0.16289 -0.05764 0.17851 -0.08148 0.19557 -0.1 C 0.18685 -0.13102 0.18346 -0.16921 0.1694 -0.19329 C 0.09453 -0.32106 0.02799 -0.39653 -0.0707 -0.43773 C -0.10078 -0.45046 -0.13229 -0.44653 -0.16315 -0.45116 C -0.278 -0.3919 -0.29466 -0.41435 -0.36563 -0.31389 C -0.37787 -0.29606 -0.38815 -0.27523 -0.39935 -0.25602 C -0.39688 -0.27268 -0.39323 -0.28912 -0.39193 -0.30671 C -0.38529 -0.39745 -0.38412 -0.46921 -0.3819 -0.55764 C -0.38268 -0.58356 -0.37787 -0.61227 -0.38438 -0.63565 C -0.38945 -0.65347 -0.3875 -0.5956 -0.38685 -0.57546 C -0.38581 -0.54259 -0.38503 -0.50903 -0.37943 -0.47778 C -0.36784 -0.41366 -0.35026 -0.35324 -0.33568 -0.2912 C -0.33477 -0.25787 -0.34375 -0.21898 -0.33307 -0.19167 C -0.32695 -0.175 -0.31107 -0.19421 -0.30065 -0.2 C -0.28386 -0.20926 -0.2668 -0.21898 -0.25182 -0.23565 C -0.20195 -0.2912 -0.15534 -0.35602 -0.1069 -0.41551 C -0.10287 -0.42037 -0.0944 -0.42893 -0.0944 -0.4287 C -0.09831 -0.39421 -0.09662 -0.41065 -0.10065 -0.34005 C -0.10248 -0.30741 -0.10404 -0.27523 -0.1056 -0.24213 C -0.10352 -0.22546 -0.10195 -0.1743 -0.09935 -0.19167 C -0.09284 -0.23333 -0.09076 -0.27847 -0.0931 -0.32222 C -0.09544 -0.36528 -0.10169 -0.40856 -0.11315 -0.44653 C -0.15365 -0.58009 -0.17839 -0.5625 -0.25807 -0.61111 C -0.27891 -0.60069 -0.30248 -0.60069 -0.32057 -0.57986 C -0.35534 -0.54005 -0.38698 -0.49005 -0.41315 -0.43333 C -0.45222 -0.34838 -0.47162 -0.19329 -0.48815 -0.0956 C -0.48893 -0.07917 -0.49662 -0.03426 -0.49063 -0.04676 C -0.46628 -0.09653 -0.44922 -0.15648 -0.43047 -0.21342 C -0.29466 -0.62708 -0.42565 -0.2581 -0.3444 -0.48449 C -0.34193 -0.41505 -0.34128 -0.34491 -0.33685 -0.27546 C -0.33633 -0.26574 -0.33307 -0.29444 -0.33307 -0.3044 C -0.33347 -0.34815 -0.33399 -0.39259 -0.33815 -0.43542 C -0.34518 -0.5088 -0.34037 -0.50185 -0.35807 -0.51782 C -0.35977 -0.50741 -0.3625 -0.49745 -0.36315 -0.48657 C -0.37227 -0.33055 -0.35235 -0.38611 -0.37435 -0.33148 C -0.3806 -0.34005 -0.38776 -0.34745 -0.3931 -0.35764 C -0.39701 -0.36528 -0.39701 -0.37893 -0.40182 -0.38449 C -0.40586 -0.38866 -0.41107 -0.38287 -0.41563 -0.38217 C -0.41185 -0.37986 -0.40833 -0.37662 -0.40443 -0.37546 C -0.27761 -0.33958 -0.24831 -0.35347 -0.07565 -0.34444 C -0.0586 -0.35023 -0.04089 -0.35231 -0.02435 -0.36227 C -0.02201 -0.36366 -0.02057 -0.37592 -0.02318 -0.37546 C -0.10169 -0.36273 -0.17982 -0.34143 -0.25807 -0.32454 C -0.25443 -0.2956 -0.25716 -0.26111 -0.24688 -0.23773 C -0.1961 -0.1213 -0.08112 -0.1412 -0.0194 -0.12662 C 0.01055 -0.12824 0.06966 -0.07778 0.07057 -0.13102 C 0.07109 -0.16273 -0.01237 -0.19745 -0.0431 -0.20671 C -0.04727 -0.20787 -0.05143 -0.2081 -0.0556 -0.2088 C -0.10195 -0.19977 -0.15573 -0.18773 -0.19935 -0.19329 C -0.2056 -0.19421 -0.20768 -0.20972 -0.21185 -0.21782 L -0.11432 -0.31551 C -0.11003 -0.32014 -0.09844 -0.31875 -0.10065 -0.32662 C -0.103 -0.33495 -0.11094 -0.32384 -0.11563 -0.32014 C -0.23216 -0.22546 -0.19987 -0.26458 -0.26185 -0.17569 C -0.25768 -0.17477 -0.25339 -0.17106 -0.24935 -0.17338 C -0.14232 -0.23217 -0.14284 -0.24028 -0.0457 -0.32662 C -0.09649 -0.34305 -0.07761 -0.33958 -0.17943 -0.3 C -0.19154 -0.29514 -0.22318 -0.25787 -0.21315 -0.27106 C -0.19154 -0.29977 -0.1444 -0.34653 -0.1444 -0.3463 C -0.15768 -0.37014 -0.15365 -0.36713 -0.18932 -0.35764 C -0.20456 -0.35393 -0.21862 -0.3419 -0.23307 -0.33333 C -0.2349 -0.33217 -0.23633 -0.32986 -0.23815 -0.32893 C -0.25052 -0.32222 -0.27018 -0.31435 -0.28307 -0.30903 C -0.21211 -0.37199 -0.12669 -0.38634 -0.06315 -0.47106 C -0.05482 -0.48217 -0.02774 -0.50463 -0.03815 -0.5044 C -0.08151 -0.50347 -0.12396 -0.48079 -0.16693 -0.46875 C -0.22526 -0.47106 -0.34479 -0.37199 -0.34193 -0.47546 C -0.33867 -0.58935 -0.22044 -0.55116 -0.16315 -0.60208 C -0.15899 -0.60579 -0.14623 -0.61597 -0.15065 -0.61319 C -0.28685 -0.53148 -0.23998 -0.56204 -0.37943 -0.42477 C -0.31068 -0.42176 -0.27956 -0.41412 -0.20313 -0.45764 C -0.16888 -0.47731 -0.13893 -0.51551 -0.1069 -0.54444 C -0.1086 -0.54653 -0.10977 -0.55116 -0.11185 -0.55116 C -0.25847 -0.55116 -0.20807 -0.54722 -0.3819 -0.41991 C -0.38229 -0.40741 -0.38972 -0.38704 -0.38307 -0.38217 C -0.32748 -0.3412 -0.25 -0.39421 -0.20065 -0.41342 C -0.18242 -0.45787 -0.17552 -0.46018 -0.24688 -0.44653 C -0.27578 -0.4412 -0.30352 -0.42315 -0.3319 -0.41111 C -0.35026 -0.37986 -0.3737 -0.35625 -0.38685 -0.31782 C -0.39063 -0.30741 -0.38138 -0.28889 -0.37435 -0.28657 C -0.35182 -0.27917 -0.32852 -0.28958 -0.3056 -0.2912 C -0.28854 -0.30509 -0.27097 -0.31759 -0.25443 -0.33333 C -0.25052 -0.33704 -0.2487 -0.34768 -0.2444 -0.34907 C -0.23203 -0.35231 -0.2194 -0.34745 -0.2069 -0.34653 C -0.17227 -0.33634 -0.13789 -0.32384 -0.10313 -0.31551 C -0.08789 -0.31227 -0.04167 -0.30602 -0.0569 -0.31111 C -0.09154 -0.32292 -0.12682 -0.32731 -0.16185 -0.33565 C -0.22018 -0.31065 -0.28373 -0.30949 -0.33685 -0.25995 C -0.35117 -0.24676 -0.31354 -0.21736 -0.29818 -0.2088 C -0.26927 -0.19352 -0.23815 -0.19699 -0.20807 -0.19167 C -0.06615 -0.21921 -0.05508 -0.18287 0.05182 -0.32893 C 0.06263 -0.34375 0.06601 -0.37037 0.07305 -0.39097 C 0.07148 -0.41667 0.07578 -0.4456 0.0681 -0.46667 C 0.03659 -0.55463 -0.11237 -0.53842 -0.12057 -0.54005 C -0.20313 -0.52963 -0.2875 -0.54143 -0.3681 -0.5088 C -0.39557 -0.49768 -0.43464 -0.46319 -0.43307 -0.41342 C -0.43138 -0.35903 -0.38568 -0.34514 -0.36185 -0.31111 C -0.23151 -0.32893 -0.10078 -0.34051 0.0293 -0.36435 C 0.03359 -0.36528 0.03971 -0.38217 0.03555 -0.38449 C 0.01015 -0.39768 -0.01693 -0.3963 -0.0431 -0.40208 C -0.57188 -0.35486 -0.42083 -0.21273 -0.3306 -0.50671 L -0.32318 -0.53102 C -0.3194 -0.48217 -0.32878 -0.42361 -0.31185 -0.38449 C -0.23412 -0.20486 -0.22865 -0.23194 -0.16185 -0.28009 C -0.15235 -0.2963 -0.13763 -0.30671 -0.13307 -0.32893 C -0.12136 -0.38796 -0.10677 -0.50717 -0.14688 -0.55764 C -0.1694 -0.58611 -0.19857 -0.59213 -0.22435 -0.60903 C -0.3194 -0.55162 -0.38841 -0.55625 -0.43438 -0.38217 C -0.44649 -0.33634 -0.43932 -0.28171 -0.4418 -0.23102 C -0.41849 -0.18518 -0.40404 -0.11713 -0.37188 -0.09329 C -0.26498 -0.01458 -0.11719 -0.1493 -0.02943 -0.2 C -0.01862 -0.22153 -0.00378 -0.23819 0.00312 -0.26435 C 0.00898 -0.28657 0.01276 -0.31551 0.0069 -0.33796 C -0.03386 -0.48981 -0.10078 -0.48542 -0.18685 -0.54005 C -0.2444 -0.52662 -0.30547 -0.53796 -0.35938 -0.5 C -0.44701 -0.43796 -0.428 -0.25162 -0.38932 -0.14444 C -0.32018 0.04815 -0.26797 0.05347 -0.16693 0.1132 C -0.1069 0.07176 -0.03711 0.06042 0.01315 -0.01111 C 0.03476 -0.0419 0.02565 -0.1088 0.02305 -0.15787 C 0.01198 -0.37569 -0.00925 -0.46852 -0.10938 -0.61111 C -0.13307 -0.64467 -0.16602 -0.64954 -0.1944 -0.66875 C -0.23021 -0.58449 -0.28229 -0.51528 -0.30182 -0.41551 C -0.33125 -0.2662 -0.24167 -0.09745 -0.19935 -0.0088 C -0.19636 -0.00255 -0.19024 -0.00602 -0.18568 -0.0044 C -0.18307 -0.02824 -0.1793 -0.05162 -0.17813 -0.07546 C -0.16992 -0.25602 -0.17761 -0.31736 -0.21563 -0.51991 C -0.22682 -0.5794 -0.2431 -0.56898 -0.2681 -0.57106 C -0.26979 -0.53333 -0.27435 -0.4956 -0.27318 -0.45764 C -0.26966 -0.34143 -0.25352 -0.24792 -0.20065 -0.16435 C -0.18516 -0.14028 -0.16068 -0.14514 -0.14063 -0.13565 C -0.12227 -0.16759 -0.09766 -0.19097 -0.08568 -0.23102 C -0.05964 -0.31805 -0.0582 -0.46528 -0.10938 -0.53333 C -0.14037 -0.5743 -0.18438 -0.56597 -0.22188 -0.58217 C -0.26185 -0.55856 -0.31211 -0.56412 -0.34193 -0.51111 C -0.40156 -0.40532 -0.36836 -0.22407 -0.32435 -0.1338 C -0.30586 -0.09514 -0.27435 -0.08588 -0.24935 -0.06227 C -0.22318 -0.07106 -0.19323 -0.06366 -0.17057 -0.08889 C -0.07409 -0.19676 -0.09636 -0.2713 -0.08815 -0.45324 C -0.09727 -0.49467 -0.09688 -0.54838 -0.11563 -0.57778 C -0.22201 -0.74421 -0.23594 -0.71643 -0.34557 -0.71111 C -0.37735 -0.67106 -0.42083 -0.65046 -0.44063 -0.59097 C -0.48125 -0.46967 -0.45742 -0.30903 -0.40065 -0.22222 C -0.37708 -0.18611 -0.34232 -0.1838 -0.31315 -0.16435 C -0.29141 -0.16597 -0.26628 -0.14768 -0.24818 -0.16921 C -0.1513 -0.28264 -0.10104 -0.40764 -0.20313 -0.58657 C -0.23464 -0.64213 -0.28646 -0.64005 -0.32813 -0.6669 C -0.48073 -0.55602 -0.55886 -0.61991 -0.52057 -0.32014 C -0.51445 -0.27199 -0.49063 -0.23704 -0.47565 -0.1956 C -0.44857 -0.20602 -0.41615 -0.19653 -0.3944 -0.22708 C -0.37852 -0.24954 -0.37904 -0.29514 -0.37943 -0.33148 C -0.38112 -0.50486 -0.3987 -0.48009 -0.47422 -0.57338 C -0.52852 -0.55255 -0.58412 -0.54097 -0.63685 -0.51111 C -0.67409 -0.49005 -0.66992 -0.48125 -0.66419 -0.45116 C -0.61615 -0.46759 -0.5836 -0.47708 -0.5306 -0.51111 C -0.48464 -0.54051 -0.43972 -0.57616 -0.39557 -0.61319 C -0.37969 -0.62685 -0.36563 -0.64606 -0.35065 -0.66227 C -0.33906 -0.69305 -0.34102 -0.68426 -0.39935 -0.65579 C -0.44909 -0.63102 -0.49766 -0.59954 -0.54688 -0.57106 C -0.57852 -0.53403 -0.61641 -0.50995 -0.64193 -0.45995 C -0.69024 -0.36528 -0.6306 -0.27569 -0.58685 -0.23565 C -0.56458 -0.21505 -0.53685 -0.22708 -0.51185 -0.22222 C -0.40404 -0.25347 -0.36198 -0.22893 -0.28685 -0.37338 C -0.27865 -0.38935 -0.28438 -0.41667 -0.28307 -0.43773 C -0.29818 -0.44745 -0.31224 -0.46991 -0.32813 -0.46667 C -0.4694 -0.43704 -0.45612 -0.4125 -0.54557 -0.25324 C -0.54349 -0.22083 -0.54544 -0.1868 -0.53932 -0.15555 C -0.5375 -0.14676 -0.52813 -0.13773 -0.52435 -0.14444 C -0.50833 -0.17245 -0.50026 -0.21111 -0.48815 -0.24467 C -0.48568 -0.31412 -0.48229 -0.38356 -0.4806 -0.45324 C -0.47917 -0.50741 -0.48386 -0.56204 -0.47943 -0.61551 C -0.47813 -0.63032 -0.47266 -0.58773 -0.47057 -0.57338 C -0.4655 -0.53657 -0.46224 -0.4993 -0.45807 -0.46227 C -0.45365 -0.18542 -0.50143 -0.06713 -0.38685 -0.22893 C -0.35833 -0.26921 -0.3336 -0.31782 -0.3069 -0.36227 C -0.29649 -0.40069 -0.28307 -0.43704 -0.27565 -0.47778 C -0.27279 -0.49329 -0.2707 -0.51458 -0.27682 -0.52662 C -0.28386 -0.54005 -0.29688 -0.53403 -0.3069 -0.53773 C -0.33568 -0.50671 -0.36927 -0.48657 -0.3931 -0.44444 C -0.43333 -0.37361 -0.42539 -0.25926 -0.42813 -0.17338 C -0.42422 -0.15787 -0.42604 -0.12199 -0.41693 -0.12662 C -0.36628 -0.15255 -0.31341 -0.30926 -0.28932 -0.3669 C -0.28399 -0.39421 -0.27669 -0.4206 -0.27318 -0.44884 C -0.27162 -0.46042 -0.26914 -0.4919 -0.27435 -0.48449 C -0.28464 -0.46991 -0.28607 -0.44282 -0.29193 -0.42222 C -0.29453 -0.24467 -0.31159 -0.26782 -0.25182 -0.13102 C -0.24896 -0.12454 -0.24271 -0.12662 -0.23815 -0.12454 C -0.19362 -0.1493 -0.08985 -0.20463 -0.05195 -0.23773 C -0.02656 -0.25995 -0.00521 -0.29398 0.0181 -0.32222 C 0.02305 -0.33565 0.03151 -0.34653 0.03307 -0.36227 C 0.03372 -0.36875 0.02513 -0.37662 0.02305 -0.37106 C 0.01107 -0.33958 0.0056 -0.30139 -0.00313 -0.26667 C 0.00521 -0.21782 0.01055 -0.1669 0.02187 -0.11991 C 0.02396 -0.11157 0.03047 -0.10555 0.03555 -0.10671 C 0.04284 -0.1081 0.04805 -0.11991 0.0543 -0.12662 C 0.07643 -0.18449 0.10013 -0.24028 0.12057 -0.3 C 0.13398 -0.33958 0.14466 -0.38079 0.1556 -0.42222 C 0.1569 -0.42685 0.15924 -0.44074 0.1569 -0.43773 C 0.11979 -0.3919 0.08828 -0.33171 0.04935 -0.2912 C -0.03998 -0.19815 0.0043 -0.22546 -0.0806 -0.1956 C -0.17331 -0.20694 -0.22057 -0.20486 -0.31315 -0.25324 C -0.3349 -0.26481 -0.35391 -0.28889 -0.37435 -0.30671 C -0.37813 -0.37546 -0.38477 -0.36528 -0.33438 -0.41551 C -0.27969 -0.4706 -0.17826 -0.51018 -0.12682 -0.53542 C -0.09896 -0.53032 -0.05873 -0.56157 -0.0431 -0.51991 C -0.01992 -0.4581 -0.09505 -0.33148 -0.11185 -0.29768 C -0.11784 -0.2662 -0.12162 -0.24815 -0.0832 -0.36227 C -0.07787 -0.37801 -0.07565 -0.3963 -0.07188 -0.41342 C -0.07057 -0.43171 -0.06732 -0.43102 -0.07188 -0.43102 " pathEditMode="relative" rAng="0" ptsTypes="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8" dur="12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089" y="-3997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.0819 -0.05115 L 0.0819 -0.05092 C 0.07604 -0.05486 0.07031 -0.05926 0.06432 -0.06227 C 0.06107 -0.06389 0.05768 -0.06458 0.0543 -0.06435 C 0.02643 -0.06389 -0.00143 -0.06157 -0.02943 -0.05995 C -0.07083 -0.04768 -0.04323 -0.05509 -0.14193 -0.06227 C -0.14779 -0.06273 -0.15352 -0.06527 -0.15938 -0.06666 C -0.16875 -0.06875 -0.18203 -0.0706 -0.19063 -0.07338 C -0.1974 -0.07569 -0.20404 -0.07893 -0.21055 -0.08217 C -0.21771 -0.08588 -0.22982 -0.09444 -0.23815 -0.09768 C -0.24063 -0.09884 -0.24297 -0.0993 -0.24557 -0.1 C -0.24766 -0.10231 -0.24961 -0.10509 -0.25182 -0.10671 C -0.2543 -0.1081 -0.2569 -0.1081 -0.25938 -0.10879 C -0.26354 -0.11018 -0.26771 -0.1118 -0.27188 -0.11342 C -0.3013 -0.1118 -0.33112 -0.11134 -0.36055 -0.10879 C -0.36523 -0.10856 -0.36979 -0.10578 -0.37422 -0.1044 C -0.38255 -0.10208 -0.39089 -0.0993 -0.39922 -0.09768 C -0.4194 -0.09421 -0.43932 -0.0919 -0.45938 -0.08889 C -0.51849 -0.07986 -0.45885 -0.08889 -0.50807 -0.08009 C -0.51732 -0.07824 -0.52643 -0.07708 -0.53568 -0.07546 L -0.56068 -0.07106 C -0.58685 -0.07176 -0.61315 -0.07129 -0.63932 -0.07338 C -0.64128 -0.07338 -0.64297 -0.07569 -0.6444 -0.07777 C -0.64596 -0.08009 -0.64688 -0.08379 -0.64818 -0.08657 C -0.65287 -0.11157 -0.65078 -0.09444 -0.64818 -0.13565 C -0.64766 -0.14352 -0.64779 -0.15046 -0.64688 -0.15787 C -0.64505 -0.17245 -0.64115 -0.17824 -0.63568 -0.18889 C -0.63359 -0.19328 -0.63203 -0.19815 -0.62943 -0.2 C -0.62474 -0.20393 -0.6194 -0.20463 -0.61432 -0.20671 C -0.59635 -0.21574 -0.59401 -0.21828 -0.57435 -0.22453 C -0.56523 -0.22731 -0.55599 -0.22893 -0.54688 -0.23102 C -0.51927 -0.22708 -0.48451 -0.22754 -0.4569 -0.20879 C -0.42044 -0.18402 -0.39336 -0.15787 -0.36055 -0.12245 C -0.33841 -0.09815 -0.35052 -0.10995 -0.33438 -0.08449 C -0.33034 -0.07824 -0.32591 -0.07268 -0.32188 -0.06666 C -0.31797 -0.06088 -0.31523 -0.05277 -0.31055 -0.04884 C -0.29622 -0.0368 -0.28047 -0.02963 -0.26563 -0.0199 C -0.25846 -0.02083 -0.2513 -0.0199 -0.2444 -0.02222 C -0.24206 -0.02291 -0.24037 -0.02708 -0.23815 -0.02893 C -0.23281 -0.0331 -0.22721 -0.0368 -0.22188 -0.04004 C -0.21992 -0.0412 -0.21771 -0.04143 -0.21563 -0.04213 C -0.20768 -0.04583 -0.19974 -0.04953 -0.19193 -0.05324 C -0.18984 -0.05277 -0.17031 -0.04815 -0.1944 -0.04884 L -0.4293 -0.05787 C -0.46146 -0.05625 -0.49349 -0.05254 -0.52565 -0.05324 C -0.52695 -0.05347 -0.52708 -0.05764 -0.52682 -0.05995 C -0.52656 -0.06319 -0.52552 -0.0662 -0.52435 -0.06898 C -0.52253 -0.07315 -0.51992 -0.07592 -0.5181 -0.08009 C -0.51537 -0.08634 -0.51354 -0.09375 -0.51068 -0.1 C -0.50768 -0.10648 -0.50365 -0.11134 -0.50065 -0.11782 C -0.49701 -0.12569 -0.4944 -0.13472 -0.49063 -0.14213 C -0.48555 -0.15254 -0.47956 -0.16111 -0.47422 -0.17106 C -0.45951 -0.2 -0.43711 -0.2625 -0.4293 -0.28217 C -0.42891 -0.28495 -0.42813 -0.28657 -0.42813 -0.28889 C -0.42813 -0.2919 -0.42813 -0.3 -0.4293 -0.29768 C -0.43385 -0.28981 -0.43607 -0.27847 -0.43932 -0.26898 C -0.43789 -0.25277 -0.43815 -0.24537 -0.43555 -0.27546 C -0.43281 -0.30902 -0.43047 -0.34213 -0.42813 -0.37546 C -0.42891 -0.46875 -0.42969 -0.56227 -0.43047 -0.65578 C -0.43099 -0.68889 -0.43034 -0.72245 -0.4319 -0.75555 C -0.43203 -0.75879 -0.43333 -0.7493 -0.43438 -0.74652 C -0.4375 -0.73889 -0.44154 -0.7324 -0.4444 -0.7243 C -0.45521 -0.69444 -0.46576 -0.66458 -0.47565 -0.63333 C -0.49115 -0.58379 -0.5207 -0.50185 -0.5306 -0.43333 C -0.53242 -0.42083 -0.53307 -0.4081 -0.53438 -0.39583 C -0.53398 -0.37847 -0.53529 -0.36111 -0.53307 -0.34444 C -0.53281 -0.34143 -0.5293 -0.34444 -0.52813 -0.34652 C -0.50612 -0.39097 -0.48398 -0.43472 -0.46432 -0.48217 C -0.45846 -0.49652 -0.45586 -0.51458 -0.45182 -0.53102 C -0.4418 -0.57315 -0.44375 -0.5662 -0.43815 -0.60902 C -0.43854 -0.61921 -0.43763 -0.63009 -0.43932 -0.64004 C -0.43971 -0.64213 -0.44206 -0.63889 -0.44297 -0.63796 C -0.44662 -0.63402 -0.45039 -0.63009 -0.45313 -0.6243 C -0.45716 -0.61643 -0.46016 -0.60694 -0.46315 -0.59791 C -0.47266 -0.56782 -0.48151 -0.53703 -0.49063 -0.50671 C -0.49336 -0.47731 -0.49818 -0.43472 -0.49818 -0.4044 C -0.49818 -0.38055 -0.49648 -0.35717 -0.49557 -0.33333 C -0.49193 -0.33565 -0.48711 -0.33472 -0.48438 -0.34004 C -0.46328 -0.38032 -0.46302 -0.3919 -0.4543 -0.43541 C -0.45339 -0.44745 -0.45117 -0.45926 -0.45182 -0.47106 C -0.45599 -0.53796 -0.45521 -0.54236 -0.47057 -0.58217 C -0.47201 -0.58611 -0.47396 -0.58981 -0.47565 -0.59328 C -0.48307 -0.54375 -0.49128 -0.49444 -0.49818 -0.44444 C -0.50052 -0.42685 -0.50287 -0.40902 -0.50313 -0.39097 C -0.50378 -0.34583 -0.50247 -0.30092 -0.50065 -0.25602 C -0.5 -0.23981 -0.49831 -0.23935 -0.4931 -0.23333 C -0.47422 -0.28495 -0.45287 -0.3331 -0.43672 -0.38657 C -0.42813 -0.41666 -0.42409 -0.49676 -0.42188 -0.52893 C -0.42396 -0.59467 -0.42552 -0.66065 -0.42813 -0.72662 C -0.42826 -0.72893 -0.42917 -0.72245 -0.4293 -0.7199 C -0.42995 -0.71435 -0.43034 -0.7081 -0.43047 -0.70231 C -0.43138 -0.68727 -0.43229 -0.67245 -0.43307 -0.65764 C -0.43138 -0.63565 -0.44557 -0.39097 -0.39557 -0.32014 C -0.39206 -0.31481 -0.38724 -0.3125 -0.38307 -0.30902 C -0.37773 -0.30972 -0.37096 -0.30486 -0.3668 -0.31111 C -0.34596 -0.3419 -0.37865 -0.38217 -0.38555 -0.39768 C -0.39297 -0.38449 -0.40091 -0.37315 -0.40547 -0.35555 C -0.40846 -0.3449 -0.40964 -0.33333 -0.41172 -0.32222 C -0.4155 -0.27847 -0.41745 -0.28217 -0.4043 -0.22708 C -0.40339 -0.22291 -0.40013 -0.22384 -0.39805 -0.22222 C -0.37461 -0.23611 -0.38555 -0.22615 -0.36563 -0.31111 C -0.35898 -0.33958 -0.35599 -0.39305 -0.35313 -0.42222 C -0.34909 -0.46227 -0.34479 -0.50208 -0.34063 -0.54213 C -0.33971 -0.57338 -0.33841 -0.6044 -0.33815 -0.63565 C -0.33802 -0.64606 -0.33659 -0.6574 -0.33932 -0.6669 C -0.3405 -0.67037 -0.34375 -0.6625 -0.34557 -0.65995 C -0.34961 -0.6544 -0.35326 -0.64861 -0.3569 -0.64213 C -0.37773 -0.60347 -0.37305 -0.60902 -0.38815 -0.55555 C -0.39922 -0.40717 -0.40807 -0.37639 -0.3944 -0.22708 C -0.39375 -0.21944 -0.38763 -0.21782 -0.38438 -0.21342 C -0.38255 -0.21481 -0.38073 -0.21574 -0.3793 -0.21782 C -0.37083 -0.23287 -0.35573 -0.27361 -0.35065 -0.28657 C -0.33242 -0.43958 -0.31992 -0.47129 -0.33047 -0.61551 C -0.33112 -0.62268 -0.33646 -0.62592 -0.33932 -0.63102 C -0.34388 -0.62754 -0.34974 -0.62639 -0.35313 -0.6199 C -0.38503 -0.55949 -0.3776 -0.55185 -0.38438 -0.46666 C -0.3819 -0.45115 -0.38255 -0.43264 -0.37682 -0.4199 C -0.35 -0.3625 -0.33789 -0.39259 -0.3043 -0.41342 C -0.30104 -0.42152 -0.29701 -0.4287 -0.2944 -0.43773 C -0.28763 -0.46065 -0.28451 -0.49953 -0.2819 -0.52222 C -0.28307 -0.52592 -0.2832 -0.53379 -0.28555 -0.53333 C -0.28867 -0.53264 -0.28867 -0.52407 -0.29063 -0.5199 C -0.29453 -0.51134 -0.29896 -0.5037 -0.30313 -0.4956 C -0.33841 -0.34514 -0.3319 -0.40787 -0.3319 -0.20671 L -0.32813 -0.2 C -0.32005 -0.20509 -0.31081 -0.20602 -0.3043 -0.21574 C -0.2582 -0.28657 -0.2655 -0.34213 -0.25065 -0.45555 C -0.2513 -0.45856 -0.25117 -0.46365 -0.25313 -0.46435 C -0.25456 -0.46504 -0.25482 -0.45995 -0.25547 -0.45764 C -0.25781 -0.45115 -0.25964 -0.44444 -0.26172 -0.43773 C -0.26432 -0.41412 -0.2694 -0.37338 -0.26797 -0.35115 C -0.26654 -0.32245 -0.26367 -0.29352 -0.25807 -0.26666 C -0.25547 -0.25486 -0.24922 -0.24699 -0.2444 -0.23773 C -0.2401 -0.23032 -0.2362 -0.2206 -0.23047 -0.21574 C -0.21302 -0.19977 -0.19401 -0.18889 -0.17565 -0.17569 C -0.17318 -0.17708 -0.1707 -0.1787 -0.1681 -0.18032 C -0.16654 -0.18078 -0.16484 -0.1824 -0.16315 -0.18217 C -0.15846 -0.18194 -0.15391 -0.17916 -0.14935 -0.17777 C -0.14479 -0.17106 -0.13997 -0.16481 -0.13568 -0.15787 C -0.12214 -0.13565 -0.11849 -0.125 -0.1056 -0.10671 C -0.10326 -0.10324 -0.10065 -0.10069 -0.09818 -0.09768 C -0.09531 -0.09467 -0.09206 -0.09259 -0.08945 -0.08889 C -0.06576 -0.05532 -0.09063 -0.08657 -0.07318 -0.05555 C -0.07188 -0.05324 -0.06979 -0.05254 -0.0681 -0.05115 C -0.06576 -0.0493 -0.06107 -0.04583 -0.0582 -0.04444 C -0.04714 -0.03889 -0.05833 -0.04537 -0.04935 -0.04004 C 0.01484 -0.05277 -0.04701 -0.03727 0.02435 -0.06666 C 0.02891 -0.06852 0.03359 -0.06782 0.03815 -0.06898 C 0.04271 -0.0699 0.04727 -0.07199 0.05182 -0.07338 C 0.05482 -0.0743 0.05768 -0.07477 0.06055 -0.07546 C 0.06471 -0.07477 0.06979 -0.07777 0.07305 -0.07338 C 0.07487 -0.07106 0.07292 -0.06227 0.07057 -0.06227 C 0.04479 -0.06088 0.01888 -0.06574 -0.0069 -0.06898 C -0.02448 -0.07106 -0.0418 -0.07569 -0.05938 -0.07777 C -0.07773 -0.08009 -0.09609 -0.07986 -0.11432 -0.08217 C -0.15104 -0.08727 -0.18776 -0.09398 -0.22422 -0.1 C -0.25938 -0.08889 -0.29453 -0.0794 -0.3293 -0.06666 C -0.33112 -0.06597 -0.3349 -0.06041 -0.33307 -0.05995 C -0.3293 -0.05879 -0.32565 -0.06296 -0.32188 -0.06435 C -0.30273 -0.07245 -0.28346 -0.07986 -0.26432 -0.08889 L -0.22682 -0.10671 C -0.21263 -0.11296 -0.19831 -0.11782 -0.18438 -0.12453 C -0.16081 -0.13703 -0.13724 -0.14907 -0.11432 -0.16435 C -0.10091 -0.17338 -0.08711 -0.1824 -0.07565 -0.19815 C -0.06927 -0.20625 -0.06862 -0.20532 -0.07565 -0.20231 C -0.07904 -0.19699 -0.08281 -0.19259 -0.08568 -0.1868 C -0.11615 -0.12407 -0.11875 -0.12592 -0.1319 -0.06666 C -0.13594 -0.04838 -0.13932 -0.02963 -0.1431 -0.01111 C -0.14232 -0.0044 -0.14388 0.0051 -0.14063 0.0088 C -0.12943 0.02153 -0.12878 -0.00162 -0.12682 -0.00879 C -0.12591 -0.01273 -0.12435 -0.0162 -0.12318 -0.0199 C -0.12227 -0.04676 -0.11849 -0.07361 -0.12057 -0.1 C -0.12474 -0.1493 -0.13425 -0.19652 -0.14193 -0.24467 C -0.14414 -0.25926 -0.14753 -0.27268 -0.15065 -0.28657 C -0.15208 -0.29328 -0.14792 -0.27361 -0.14688 -0.26666 C -0.13542 -0.19421 -0.12773 -0.11967 -0.11315 -0.04884 C -0.11276 -0.04699 -0.08047 0.08218 -0.05938 0.10209 C -0.05313 0.1081 -0.04518 0.10371 -0.03815 0.1044 C -0.03477 0.10139 -0.03125 0.09931 -0.02813 0.0956 C -0.02083 0.08704 -0.01576 0.07616 -0.01185 0.06227 C -0.0043 0.03449 0.00208 0.00579 0.00937 -0.02222 C 0.01654 -0.04977 0.04753 -0.15463 0.04935 -0.15995 C 0.05898 -0.18842 0.08542 -0.27523 0.07812 -0.24467 C 0.07435 -0.22893 0.06992 -0.21412 0.0668 -0.19815 C 0.05859 -0.1537 0.05182 -0.10879 0.0444 -0.06435 C 0.04219 -0.01944 0.03854 0.01644 0.04687 0.06227 C 0.04779 0.06713 0.05273 0.06366 0.0556 0.06435 C 0.07526 0.04699 0.08164 0.0456 0.09557 0.02223 C 0.09883 0.0169 0.10195 0.01088 0.1043 0.0044 C 0.1224 -0.04375 0.12734 -0.05231 0.13437 -0.09768 C 0.13594 -0.1081 0.13646 -0.11875 0.13815 -0.12893 C 0.15508 -0.23727 0.14089 -0.13217 0.15065 -0.20671 C 0.15104 -0.17708 0.15104 -0.14745 0.15182 -0.11782 C 0.15273 -0.08912 0.15339 -0.06736 0.16185 -0.04213 C 0.16354 -0.03727 0.1668 -0.03472 0.1694 -0.03102 C 0.18255 -0.0324 0.19609 -0.02754 0.2069 -0.04444 C 0.21068 -0.05046 0.21263 -0.05926 0.21562 -0.06666 C 0.2194 -0.09259 0.22513 -0.11782 0.22682 -0.14444 C 0.23307 -0.24074 0.23437 -0.23819 0.2194 -0.21111 C 0.21029 -0.13055 0.20937 -0.12916 0.20807 0.00232 C 0.20742 0.07778 0.20534 0.06806 0.2168 0.10209 C 0.22161 0.13611 0.21693 0.09885 0.19805 0.04885 C 0.19219 0.0331 0.18581 0.0176 0.17812 0.0044 C 0.08828 -0.15092 0.12266 -0.10393 0.00182 -0.17569 C -0.00977 -0.17338 -0.02188 -0.17477 -0.0332 -0.16921 C -0.03906 -0.16597 -0.04362 -0.15648 -0.04818 -0.14884 C -0.06146 -0.12685 -0.07513 -0.10486 -0.08685 -0.08009 C -0.11706 -0.01643 -0.09414 -0.02731 -0.11432 -0.0199 C -0.1181 -0.02152 -0.12201 -0.02199 -0.12565 -0.02453 C -0.12878 -0.02662 -0.13112 -0.03148 -0.13438 -0.03333 C -0.13919 -0.03611 -0.1444 -0.03657 -0.14935 -0.03773 C -0.15938 -0.04027 -0.1694 -0.04213 -0.17943 -0.04444 C -0.20026 -0.06157 -0.22175 -0.07615 -0.2418 -0.0956 C -0.27383 -0.12639 -0.29141 -0.14676 -0.3319 -0.16273 C -0.3651 -0.17477 -0.39922 -0.17708 -0.43307 -0.18449 C -0.48646 -0.17963 -0.48581 -0.19004 -0.53568 -0.14027 C -0.56419 -0.11134 -0.59102 -0.07731 -0.6181 -0.04444 C -0.63984 -0.01828 -0.62096 -0.03657 -0.63568 -0.01342 C -0.63698 -0.01111 -0.63893 -0.01041 -0.64063 -0.00879 C -0.63815 -0.01713 -0.63542 -0.025 -0.63307 -0.03333 C -0.63086 -0.04143 -0.6293 -0.05 -0.62682 -0.05787 C -0.62383 -0.06782 -0.62005 -0.07685 -0.61693 -0.08657 C -0.61341 -0.09768 -0.61029 -0.10902 -0.6069 -0.1199 C -0.60456 -0.12754 -0.6013 -0.13426 -0.59935 -0.14213 C -0.58919 -0.18356 -0.58529 -0.22546 -0.56693 -0.25787 C -0.55781 -0.27384 -0.56263 -0.26875 -0.55313 -0.27546 C -0.55026 -0.27407 -0.54701 -0.27384 -0.5444 -0.27106 C -0.53125 -0.25787 -0.5276 -0.24051 -0.51563 -0.22222 C -0.50703 -0.20926 -0.49662 -0.2 -0.48815 -0.1868 C -0.46367 -0.14768 -0.47148 -0.13541 -0.43815 -0.10671 C -0.39076 -0.06574 -0.34141 -0.03264 -0.29297 0.0044 C -0.27721 0.00232 -0.26081 0.00579 -0.24557 -0.00231 C -0.23867 -0.00578 -0.23516 -0.01921 -0.23047 -0.02893 C -0.22891 -0.03264 -0.228 -0.03773 -0.22682 -0.04213 C -0.22552 -0.04745 -0.22409 -0.05254 -0.22305 -0.05787 C -0.21914 -0.07847 -0.2207 -0.10486 -0.21172 -0.1199 C -0.19063 -0.15671 -0.13685 -0.20625 -0.10313 -0.22222 C -0.08841 -0.22916 -0.07318 -0.23102 -0.0582 -0.23565 C -0.00143 -0.27384 0.02422 -0.28495 0.07435 -0.34213 C 0.12539 -0.40092 0.07018 -0.37523 0.1431 -0.44004 C 0.14648 -0.44282 0.14948 -0.44745 0.15312 -0.44884 C 0.15964 -0.45115 0.16641 -0.45046 0.17305 -0.45115 C 0.19414 -0.48842 0.18503 -0.4743 0.19935 -0.4956 C 0.20013 -0.5 0.20078 -0.50463 0.20182 -0.50879 C 0.20299 -0.51342 0.20547 -0.51713 0.2056 -0.52222 C 0.20599 -0.53935 0.21003 -0.56134 0.20312 -0.57338 C 0.13008 -0.69838 0.1375 -0.68958 0.0793 -0.7 C 0.05898 -0.68657 0.0345 -0.68541 0.0181 -0.65995 C -0.025 -0.59305 -0.05794 -0.5074 -0.0944 -0.42893 C -0.09922 -0.41828 -0.10039 -0.40324 -0.1056 -0.39328 C -0.13385 -0.33958 -0.13099 -0.34352 -0.15313 -0.32662 C -0.16328 -0.32986 -0.17995 -0.32986 -0.18932 -0.34444 C -0.1974 -0.35717 -0.20469 -0.3706 -0.21172 -0.38449 C -0.2224 -0.40463 -0.21953 -0.40856 -0.23307 -0.42662 C -0.24896 -0.44791 -0.26263 -0.47731 -0.2819 -0.48657 C -0.29089 -0.49097 -0.30013 -0.49629 -0.30938 -0.5 C -0.38646 -0.52963 -0.52018 -0.51435 -0.56185 -0.51551 C -0.55781 -0.55185 -0.56224 -0.52731 -0.5569 -0.54444 C -0.55391 -0.5537 -0.553 -0.5618 -0.54818 -0.56875 C -0.54505 -0.57338 -0.54128 -0.57592 -0.53815 -0.57986 C -0.52487 -0.59699 -0.52565 -0.60185 -0.50938 -0.61319 C -0.50547 -0.61597 -0.50104 -0.6162 -0.49688 -0.61782 C -0.4638 -0.59027 -0.42708 -0.57453 -0.39805 -0.53541 C -0.36667 -0.49305 -0.32865 -0.34213 -0.31055 -0.28657 C -0.29714 -0.24629 -0.28255 -0.20625 -0.26797 -0.16666 C -0.26354 -0.15463 -0.25898 -0.1419 -0.25313 -0.13102 C -0.2418 -0.11041 -0.23125 -0.0868 -0.2168 -0.07338 L -0.17188 -0.03102 C -0.14727 -0.03865 -0.11862 -0.04305 -0.0944 -0.05995 C -0.08711 -0.06504 -0.08034 -0.07222 -0.07318 -0.07777 C -0.06484 -0.08402 -0.05638 -0.08912 -0.04818 -0.0956 C -0.03958 -0.10231 -0.03164 -0.11134 -0.02318 -0.11782 C -0.00156 -0.13541 0.02018 -0.15185 0.0418 -0.16921 C 0.04388 -0.16805 0.04714 -0.17014 0.04805 -0.16666 C 0.04896 -0.16435 0.0457 -0.1618 0.0444 -0.15995 C 0.04036 -0.15463 0.03659 -0.14768 0.0319 -0.14444 C 0.02018 -0.13634 0.00781 -0.13125 -0.00443 -0.12662 C -0.05221 -0.10833 -0.13138 -0.09768 -0.1694 -0.0956 C -0.25938 -0.09051 -0.34922 -0.09259 -0.43932 -0.0912 L -0.48685 -0.09768 C -0.48854 -0.09815 -0.49193 -0.09699 -0.49193 -0.1 C -0.48945 -0.20463 -0.48659 -0.30949 -0.47943 -0.41342 C -0.47813 -0.43102 -0.47188 -0.44652 -0.4668 -0.46227 C -0.46172 -0.47777 -0.45612 -0.49305 -0.44922 -0.50671 C -0.42656 -0.55254 -0.378 -0.58889 -0.3543 -0.60902 C -0.34648 -0.61551 -0.33763 -0.61782 -0.3293 -0.62222 C -0.30339 -0.60509 -0.2763 -0.59328 -0.25182 -0.57106 C -0.24675 -0.56643 -0.24596 -0.55347 -0.24297 -0.54444 C -0.24076 -0.53703 -0.23867 -0.52963 -0.23672 -0.52222 C -0.23307 -0.5074 -0.23034 -0.49166 -0.22565 -0.47777 C -0.22031 -0.4625 -0.21328 -0.4493 -0.2069 -0.43541 C -0.19896 -0.41852 -0.19154 -0.40532 -0.1819 -0.39097 C -0.17708 -0.38402 -0.17279 -0.375 -0.16693 -0.37106 C -0.15117 -0.36065 -0.13438 -0.35625 -0.1181 -0.34907 C -0.07969 -0.35115 -0.07344 -0.33958 -0.0431 -0.39768 L -0.01315 -0.45555 C -0.01107 -0.46504 -0.00859 -0.47453 -0.0069 -0.48449 C -0.00612 -0.48865 -0.00417 -0.49421 -0.0056 -0.49768 C -0.01628 -0.52268 -0.02109 -0.51759 -0.03438 -0.52662 C -0.03906 -0.52986 -0.04362 -0.53402 -0.04818 -0.53773 C -0.08398 -0.51041 -0.12005 -0.48426 -0.1556 -0.45555 C -0.20234 -0.41828 -0.16445 -0.43912 -0.21563 -0.39328 C -0.25599 -0.3574 -0.29453 -0.31227 -0.33815 -0.2912 C -0.4957 -0.21643 -0.25221 -0.33472 -0.41315 -0.24676 C -0.49818 -0.20023 -0.44922 -0.24143 -0.48815 -0.20671 C -0.49023 -0.21041 -0.49466 -0.2125 -0.4944 -0.21782 C -0.48997 -0.28495 -0.48464 -0.3 -0.46432 -0.34652 C -0.41315 -0.46435 -0.40378 -0.49213 -0.34922 -0.58217 C -0.33997 -0.59791 -0.32122 -0.62592 -0.3069 -0.63333 C -0.29427 -0.63981 -0.28099 -0.64213 -0.26797 -0.64652 C -0.26432 -0.64282 -0.26029 -0.64051 -0.2569 -0.63565 C -0.25273 -0.62963 -0.24896 -0.62291 -0.24557 -0.61551 C -0.21888 -0.55671 -0.22383 -0.54097 -0.20065 -0.44884 C -0.19167 -0.41342 -0.14896 -0.18842 -0.10313 -0.10671 C -0.09648 -0.09467 -0.08893 -0.08379 -0.0806 -0.07546 C -0.06667 -0.06157 -0.05143 -0.05185 -0.03685 -0.04004 C -0.01523 -0.04143 0.00651 -0.04213 0.02812 -0.04444 C 0.03945 -0.04583 0.05156 -0.04282 0.06185 -0.05115 C 0.07539 -0.06203 0.08555 -0.0831 0.09687 -0.1 C 0.11419 -0.12569 0.11419 -0.12801 0.12682 -0.15555 C 0.12891 -0.16597 0.13151 -0.17592 0.13307 -0.1868 C 0.13398 -0.19236 0.13698 -0.20069 0.13437 -0.20463 C 0.125 -0.21736 0.09622 -0.22129 0.08555 -0.22222 C 0.04557 -0.22592 0.0056 -0.2287 -0.03438 -0.23102 C -0.05456 -0.22546 -0.10052 -0.21342 -0.12188 -0.20463 C -0.15117 -0.19213 -0.17969 -0.17338 -0.20938 -0.16435 C -0.23346 -0.15694 -0.30521 -0.15023 -0.33932 -0.14676 L -0.5069 -0.15555 C -0.51341 -0.15625 -0.51289 -0.15949 -0.51432 -0.16666 C -0.51484 -0.17569 -0.51667 -0.18518 -0.51563 -0.19328 C -0.51003 -0.23842 -0.50664 -0.28588 -0.4944 -0.32662 C -0.48398 -0.36134 -0.44883 -0.40856 -0.42682 -0.42893 C -0.41563 -0.43935 -0.4043 -0.45139 -0.3918 -0.45555 C -0.36888 -0.46319 -0.34505 -0.46134 -0.32188 -0.46435 C -0.30664 -0.45995 -0.27539 -0.45347 -0.26172 -0.43773 C -0.24362 -0.41666 -0.22839 -0.38773 -0.21172 -0.36227 C -0.1944 -0.3044 -0.17526 -0.24815 -0.15938 -0.18889 C -0.14935 -0.15162 -0.14518 -0.10972 -0.13438 -0.07338 C -0.12643 -0.04676 -0.1194 -0.01921 -0.11068 0.00672 C -0.10846 0.01297 -0.10195 0.02223 -0.10195 0.02246 C -0.09518 0.02084 -0.08841 0.02084 -0.0819 0.01783 C -0.07865 0.01621 -0.07591 0.01227 -0.07318 0.0088 C -0.03372 -0.0412 -0.04388 -0.03287 -0.00195 -0.11782 C 0.00039 -0.1456 0.00195 -0.15208 -0.0082 -0.18889 C -0.0125 -0.20486 -0.04297 -0.24213 -0.04818 -0.24676 C -0.14701 -0.33472 -0.12474 -0.30463 -0.25807 -0.31782 C -0.28229 -0.30416 -0.34883 -0.26944 -0.38047 -0.24213 C -0.38945 -0.23495 -0.39714 -0.22453 -0.40547 -0.21574 C -0.41888 -0.18449 -0.43255 -0.15393 -0.44557 -0.12245 C -0.44714 -0.11828 -0.45013 -0.10416 -0.44922 -0.10879 C -0.44779 -0.11875 -0.44505 -0.12824 -0.44297 -0.13773 C -0.43789 -0.24977 -0.43138 -0.36921 -0.4418 -0.47777 C -0.44896 -0.55069 -0.44688 -0.25602 -0.44688 -0.25532 C -0.44648 -0.2037 -0.44492 -0.04815 -0.44557 -0.1 C -0.44688 -0.18032 -0.4474 -0.25995 -0.44805 -0.34004 C -0.44909 -0.4456 -0.44909 -0.55023 -0.45065 -0.65578 C -0.45091 -0.67916 -0.45221 -0.70301 -0.45313 -0.72662 C -0.45456 -0.76203 -0.45521 -0.77268 -0.4569 -0.80208 C -0.46055 -0.60856 -0.46042 -0.60694 -0.4668 -0.35115 C -0.46758 -0.32592 -0.46849 -0.30092 -0.4694 -0.27546 C -0.46888 -0.24143 -0.46966 -0.20764 -0.46797 -0.17338 C -0.46784 -0.16805 -0.46615 -0.18356 -0.46563 -0.18889 C -0.46445 -0.2 -0.46445 -0.21134 -0.46315 -0.22222 C -0.45912 -0.2544 -0.45521 -0.28657 -0.44922 -0.31782 C -0.41784 -0.48611 -0.42474 -0.46782 -0.3694 -0.65578 L -0.35547 -0.70231 C -0.35482 -0.69583 -0.35326 -0.68889 -0.35313 -0.68217 C -0.34701 -0.22384 -0.38672 -0.36898 -0.34688 -0.22708 C -0.33672 -0.27129 -0.34662 -0.22407 -0.33815 -0.28217 C -0.33125 -0.32986 -0.32162 -0.38217 -0.31563 -0.43102 C -0.30456 -0.52152 -0.31875 -0.4449 -0.29557 -0.57338 C -0.29492 -0.57731 -0.29297 -0.58078 -0.2918 -0.58449 C -0.28581 -0.5199 -0.29219 -0.59074 -0.28815 -0.4199 C -0.28763 -0.3993 -0.28659 -0.37847 -0.28555 -0.35764 C -0.27787 -0.18125 -0.28789 -0.2449 -0.27057 -0.15324 C -0.2668 -0.15787 -0.26289 -0.1618 -0.25938 -0.16666 C -0.24023 -0.19352 -0.20586 -0.26597 -0.20065 -0.28009 C -0.1931 -0.2993 -0.18503 -0.31782 -0.17813 -0.33796 C -0.09727 -0.57245 -0.14167 -0.49838 -0.0944 -0.57338 C -0.09167 -0.58287 -0.09089 -0.58981 -0.09063 -0.56875 C -0.08945 -0.48819 -0.08893 -0.4074 -0.08815 -0.32662 C -0.03646 -0.47963 -0.08685 -0.32731 -0.03685 -0.48889 C -0.0293 -0.51365 -0.02253 -0.53958 -0.01315 -0.56227 L 0.00807 -0.61319 C 0.01016 -0.60833 0.0125 -0.60347 0.01432 -0.59791 C 0.01654 -0.59143 0.02383 -0.5618 0.02435 -0.55995 C 0.0319 -0.53333 0.04062 -0.50671 0.05182 -0.48449 C 0.0556 -0.47685 0.06107 -0.47245 0.06562 -0.46666 C 0.0694 -0.46736 0.07422 -0.46412 0.07682 -0.46875 C 0.11667 -0.53958 0.09453 -0.51157 0.11055 -0.55764 C 0.11354 -0.5662 0.11758 -0.57361 0.12057 -0.58217 C 0.12721 -0.60046 0.13307 -0.61921 0.13932 -0.63796 C 0.14753 -0.6618 0.14036 -0.63889 0.1444 -0.65578 C 0.14505 -0.65856 0.14505 -0.66412 0.14687 -0.66458 C 0.16888 -0.66782 0.19102 -0.6662 0.21315 -0.6669 C 0.21016 -0.67384 0.20521 -0.68796 0.20065 -0.69352 C 0.19258 -0.70231 0.18411 -0.70995 0.17565 -0.71759 C 0.172 -0.72106 0.16797 -0.72315 0.16432 -0.72662 C 0.15599 -0.73495 0.15677 -0.73935 0.14805 -0.74444 C 0.13398 -0.75301 0.12839 -0.75347 0.11432 -0.75764 L -0.01693 -0.75324 C -0.02357 -0.75301 -0.03021 -0.75092 -0.03685 -0.75092 L -0.23438 -0.75764 C -0.23932 -0.75926 -0.24453 -0.75926 -0.24922 -0.76203 C -0.25182 -0.76365 -0.2543 -0.76574 -0.2569 -0.76666 C -0.2638 -0.76875 -0.27096 -0.76921 -0.27813 -0.77106 C -0.28021 -0.77152 -0.28229 -0.77291 -0.28438 -0.77315 C -0.31107 -0.77731 -0.32721 -0.77801 -0.35313 -0.77986 C -0.36016 -0.77916 -0.36732 -0.77893 -0.37422 -0.77777 C -0.37565 -0.77754 -0.37682 -0.77615 -0.37813 -0.77546 C -0.38385 -0.77291 -0.38828 -0.77245 -0.3944 -0.77106 L -0.4319 -0.75324 C -0.43398 -0.75208 -0.43607 -0.75069 -0.43815 -0.74884 C -0.4418 -0.74537 -0.44544 -0.73842 -0.44805 -0.73333 C -0.45664 -0.71643 -0.4651 -0.69953 -0.47305 -0.68217 C -0.47474 -0.67893 -0.47539 -0.6743 -0.47682 -0.67106 C -0.47917 -0.6662 -0.48216 -0.6625 -0.48438 -0.65764 C -0.48594 -0.6544 -0.48672 -0.65 -0.48815 -0.64652 C -0.4901 -0.64213 -0.49232 -0.63796 -0.4944 -0.63333 C -0.49518 -0.62916 -0.4957 -0.6243 -0.49688 -0.6199 C -0.49948 -0.61065 -0.50273 -0.60208 -0.5056 -0.59328 C -0.51094 -0.57708 -0.51419 -0.56875 -0.5181 -0.55324 C -0.52852 -0.51319 -0.53529 -0.46203 -0.54063 -0.42477 L -0.5431 -0.40694 C -0.54349 -0.3993 -0.54375 -0.3919 -0.5444 -0.38449 C -0.54505 -0.37639 -0.54635 -0.36852 -0.54688 -0.36041 C -0.54844 -0.33796 -0.54935 -0.31551 -0.55065 -0.29328 C -0.54896 -0.2544 -0.54935 -0.21435 -0.54557 -0.17569 C -0.54466 -0.16597 -0.53971 -0.15949 -0.53685 -0.15139 C -0.53516 -0.14606 -0.53359 -0.14074 -0.5319 -0.13565 C -0.53151 -0.12963 -0.53307 -0.12199 -0.5306 -0.11782 C -0.5207 -0.10023 -0.50885 -0.08611 -0.49688 -0.07338 C -0.49401 -0.07037 -0.49023 -0.07176 -0.48685 -0.07106 C -0.46953 -0.06759 -0.45951 -0.06713 -0.43932 -0.06435 C -0.41354 -0.06967 -0.3875 -0.07152 -0.36172 -0.08009 C -0.35586 -0.08194 -0.35117 -0.09074 -0.34557 -0.0956 C -0.3293 -0.10995 -0.32721 -0.10671 -0.31055 -0.13102 C -0.30534 -0.13865 -0.3013 -0.14884 -0.29688 -0.15787 C -0.29544 -0.16435 -0.2901 -0.18518 -0.28932 -0.19166 C -0.28854 -0.19838 -0.28854 -0.20602 -0.28815 -0.21342 C -0.29271 -0.26551 -0.2957 -0.31759 -0.30182 -0.36875 C -0.3026 -0.37477 -0.31875 -0.42685 -0.32057 -0.43102 C -0.33112 -0.4544 -0.34245 -0.47662 -0.3543 -0.49768 C -0.35729 -0.50301 -0.35964 -0.50902 -0.36315 -0.51319 C -0.36862 -0.52014 -0.37409 -0.52824 -0.38047 -0.53102 C -0.42839 -0.55231 -0.41029 -0.54722 -0.43438 -0.55324 L -0.44688 -0.55115 C -0.4737 -0.52199 -0.47487 -0.45694 -0.48307 -0.41111 C -0.48984 -0.29722 -0.49154 -0.32338 -0.4444 -0.13379 C -0.4418 -0.12291 -0.4319 -0.12893 -0.42565 -0.12662 C -0.3444 -0.13865 -0.26263 -0.14282 -0.1819 -0.16273 C -0.15104 -0.16967 -0.1224 -0.19514 -0.09193 -0.20671 C -0.06445 -0.21736 -0.03672 -0.22592 -0.00938 -0.23773 C 0.19062 -0.325 -0.01862 -0.24143 0.07305 -0.27777 C 0.07773 -0.28495 0.08203 -0.2919 0.08685 -0.29768 C 0.08867 -0.3 0.09258 -0.29838 0.0931 -0.30254 C 0.09362 -0.30578 0.08984 -0.30578 0.08815 -0.30671 C 0.08151 -0.31065 0.075 -0.31574 0.0681 -0.31782 C 0.05612 -0.32106 0.04388 -0.32083 0.0319 -0.32222 C 0.02513 -0.32083 0.01823 -0.32176 0.01185 -0.31782 C -0.01185 -0.30416 -0.02383 -0.27361 -0.04193 -0.24213 C -0.06146 -0.16435 -0.08646 -0.09027 -0.10065 -0.00879 C -0.10378 0.0088 -0.10208 0.04121 -0.09193 0.04445 C -0.05404 0.05672 -0.01523 0.03542 0.02305 0.03102 C 0.05612 0.01435 0.09727 -0.0037 0.12812 -0.03102 C 0.14818 -0.04907 0.18555 -0.09328 0.18555 -0.09305 C 0.19766 -0.12407 0.19479 -0.11134 0.19805 -0.12893 C 0.1944 -0.13217 0.19075 -0.13565 0.18685 -0.13773 C 0.16693 -0.14838 0.15352 -0.12106 0.13437 -0.1044 C 0.12799 -0.07639 0.12448 -0.07801 0.1418 -0.04884 C 0.14401 -0.04537 0.14766 -0.04745 0.15065 -0.04676 C 0.16367 -0.03889 0.15299 -0.04421 0.17057 -0.04004 C 0.17656 -0.03865 0.17852 -0.0368 0.18437 -0.03333 C 0.17852 -0.03264 0.17266 -0.03264 0.1668 -0.03102 C 0.15807 -0.02893 0.14948 -0.02384 0.14062 -0.02222 C 0.11654 -0.01782 0.09232 -0.0162 0.0681 -0.01342 L -0.05443 0.02662 L -0.2069 0.07986 L -0.37057 0.07107 C -0.41784 0.06783 -0.38346 0.06736 -0.42057 0.06227 C -0.42982 0.06088 -0.4388 0.06065 -0.44805 0.05996 C -0.45599 0.05857 -0.4638 0.05625 -0.47188 0.05556 C -0.54167 0.04861 -0.52682 0.08449 -0.54193 0.04445 C -0.54271 0.02732 -0.5431 0.01019 -0.5444 -0.00671 C -0.54479 -0.01273 -0.54701 -0.01828 -0.54688 -0.02453 C -0.54609 -0.06967 -0.54375 -0.11481 -0.54193 -0.15995 C -0.54128 -0.1743 -0.54128 -0.18356 -0.53685 -0.1956 C -0.53268 -0.20717 -0.53073 -0.22615 -0.52318 -0.22893 C -0.48216 -0.24398 -0.43971 -0.24074 -0.39805 -0.24676 C -0.35469 -0.21412 -0.38138 -0.23541 -0.3168 -0.17569 C -0.29922 -0.15949 -0.28242 -0.1412 -0.26432 -0.12662 L -0.20938 -0.08217 L -0.1819 -0.05995 C -0.16315 -0.04467 -0.14609 -0.01898 -0.12565 -0.01342 C -0.10365 -0.0074 -0.11484 -0.00949 -0.09193 -0.00671 C -0.05365 0.00556 -0.06159 0.0051 0.0069 -0.01111 C 0.02266 -0.01481 0.03802 -0.0243 0.05312 -0.03333 C 0.06693 -0.04143 0.09284 -0.0743 0.10065 -0.08657 C 0.11406 -0.1081 0.12669 -0.13078 0.13815 -0.15555 L 0.1556 -0.19328 C 0.16862 -0.26273 0.17005 -0.2544 0.1681 -0.34444 C 0.16797 -0.35231 0.1651 -0.35949 0.16315 -0.3669 C 0.15469 -0.39652 0.15169 -0.40416 0.13685 -0.42662 C 0.11523 -0.45926 0.09466 -0.49514 0.07057 -0.52222 C 0.0444 -0.55185 0.0168 -0.56458 -0.01185 -0.57986 L -0.09818 -0.57546 C -0.12552 -0.57384 -0.125 -0.57592 -0.15182 -0.55995 L -0.3569 -0.43541 C -0.39154 -0.41574 -0.42682 -0.39953 -0.46172 -0.38217 C -0.48099 -0.37268 -0.49987 -0.36111 -0.5194 -0.35555 L -0.61432 -0.32893 C -0.64609 -0.3206 -0.65912 -0.31967 -0.68919 -0.31551 C -0.71862 -0.31736 -0.72266 -0.30324 -0.73802 -0.33565 C -0.73945 -0.33865 -0.73971 -0.34282 -0.7405 -0.34652 C -0.74206 -0.36597 -0.74414 -0.38472 -0.7405 -0.4044 C -0.73659 -0.42639 -0.72943 -0.4449 -0.72305 -0.46435 C -0.71094 -0.50139 -0.68997 -0.54097 -0.67422 -0.56875 C -0.65521 -0.60301 -0.63867 -0.64213 -0.61693 -0.67106 C -0.58737 -0.71041 -0.55482 -0.74213 -0.52188 -0.77106 C -0.51471 -0.77731 -0.50599 -0.77384 -0.49818 -0.77546 C -0.49141 -0.77685 -0.48477 -0.77847 -0.47813 -0.77986 C -0.45547 -0.76574 -0.4319 -0.75694 -0.41055 -0.73773 C -0.40482 -0.7324 -0.40339 -0.71805 -0.39922 -0.70879 C -0.39505 -0.6993 -0.38919 -0.69259 -0.38555 -0.68217 C -0.36458 -0.62106 -0.35039 -0.55208 -0.32565 -0.4956 C -0.31979 -0.48217 -0.31367 -0.46921 -0.30807 -0.45555 C -0.30287 -0.44259 -0.29909 -0.42731 -0.29297 -0.41551 C -0.24805 -0.32847 -0.22409 -0.25926 -0.17318 -0.21111 C -0.16628 -0.20463 -0.15911 -0.19884 -0.15182 -0.19328 C -0.14076 -0.18518 -0.13008 -0.17291 -0.1181 -0.16921 C -0.09922 -0.16273 -0.07982 -0.16435 -0.06068 -0.16273 C -0.03997 -0.16597 -0.05313 -0.16111 -0.0332 -0.17569 C -0.02773 -0.17963 -0.02188 -0.18125 -0.01693 -0.1868 C -0.00208 -0.20301 0.01211 -0.2206 0.02565 -0.24004 C 0.0401 -0.26065 0.05755 -0.29953 0.0694 -0.32453 C 0.07227 -0.34282 0.07839 -0.3669 0.07305 -0.38657 C 0.06016 -0.43541 0.03008 -0.46481 0.0056 -0.48889 C -0.02331 -0.51713 -0.07734 -0.53727 -0.10443 -0.54652 C -0.11419 -0.55 -0.12435 -0.54953 -0.13438 -0.55115 C -0.17682 -0.54213 -0.21992 -0.54097 -0.26172 -0.5243 C -0.28086 -0.5169 -0.29701 -0.49583 -0.31432 -0.47986 C -0.34154 -0.45509 -0.34714 -0.44907 -0.3668 -0.40879 C -0.38828 -0.36527 -0.40912 -0.32083 -0.4293 -0.27546 C -0.44271 -0.24629 -0.46589 -0.16852 -0.47188 -0.14676 C -0.47617 -0.13102 -0.478 -0.11365 -0.4819 -0.09768 C -0.48672 -0.07801 -0.49271 -0.05926 -0.49818 -0.04004 C -0.49987 -0.01574 -0.49753 -0.02893 -0.50313 -0.01111 C -0.50664 -2.96296E-6 -0.50352 -0.00347 -0.50938 -2.96296E-6 C -0.53555 -0.10069 -0.49544 0.05047 -0.52813 -0.05995 C -0.53698 -0.08981 -0.54622 -0.11967 -0.55313 -0.15139 C -0.56302 -0.19652 -0.56979 -0.24305 -0.57813 -0.28889 C -0.57891 -0.30416 -0.5819 -0.36296 -0.5819 -0.38217 C -0.5819 -0.42639 -0.58164 -0.46967 -0.5806 -0.51319 C -0.58047 -0.52152 -0.57956 -0.52986 -0.57813 -0.53773 C -0.57656 -0.54629 -0.57474 -0.55486 -0.57188 -0.56227 C -0.56341 -0.58449 -0.55638 -0.61018 -0.5444 -0.62685 C -0.53516 -0.63912 -0.52578 -0.65115 -0.51693 -0.66458 C -0.51328 -0.66967 -0.51146 -0.68009 -0.5069 -0.68217 C -0.49023 -0.69027 -0.47266 -0.68958 -0.45547 -0.69352 C -0.45339 -0.69259 -0.45117 -0.69282 -0.44922 -0.69097 C -0.43763 -0.67986 -0.43906 -0.67662 -0.43307 -0.65578 C -0.43229 -0.62523 -0.42617 -0.59375 -0.43047 -0.56435 C -0.43503 -0.53472 -0.46289 -0.41134 -0.48568 -0.36227 C -0.49167 -0.3493 -0.49727 -0.33472 -0.5056 -0.32662 C -0.53568 -0.29838 -0.5681 -0.27916 -0.59935 -0.25602 C -0.60482 -0.25625 -0.61094 -0.25277 -0.61563 -0.25787 C -0.61862 -0.26088 -0.61823 -0.26944 -0.6181 -0.27546 C -0.6168 -0.35879 -0.62083 -0.40301 -0.60313 -0.46875 C -0.59557 -0.49676 -0.55755 -0.60115 -0.55313 -0.61111 C -0.53529 -0.65162 -0.51615 -0.69027 -0.49557 -0.72662 C -0.48893 -0.73842 -0.48346 -0.75301 -0.47565 -0.76203 C -0.46081 -0.77986 -0.44388 -0.79143 -0.42813 -0.80648 C -0.41146 -0.82268 -0.42513 -0.81481 -0.4069 -0.82222 C -0.40729 -0.8118 -0.4069 -0.80115 -0.40807 -0.79097 C -0.41406 -0.74328 -0.42917 -0.6706 -0.43932 -0.62916 C -0.44284 -0.61481 -0.44805 -0.60254 -0.45182 -0.58889 C -0.4543 -0.58032 -0.45599 -0.57106 -0.45807 -0.56227 C -0.45938 -0.55115 -0.4599 -0.51805 -0.46172 -0.52893 C -0.46576 -0.55 -0.46315 -0.57338 -0.46432 -0.5956 C -0.46654 -0.63402 -0.47188 -0.71111 -0.47188 -0.71111 C -0.47096 -0.73773 -0.47148 -0.76458 -0.4694 -0.79097 C -0.46849 -0.80254 -0.46719 -0.81504 -0.46315 -0.8243 C -0.46003 -0.83171 -0.45391 -0.83287 -0.44922 -0.83773 C -0.44766 -0.83958 -0.44635 -0.84305 -0.4444 -0.84444 C -0.44206 -0.84606 -0.43932 -0.8456 -0.43672 -0.84652 C -0.43021 -0.8493 -0.42357 -0.85254 -0.4168 -0.85555 C -0.41471 -0.85764 -0.41263 -0.86018 -0.41055 -0.86203 C -0.40951 -0.86319 -0.40781 -0.86273 -0.4069 -0.86435 C -0.4043 -0.86875 -0.40247 -0.87893 -0.40065 -0.88426 C -0.40052 -0.88449 -0.38828 -0.91759 -0.38672 -0.91967 C -0.38346 -0.92477 -0.38008 -0.92963 -0.37682 -0.93518 C -0.37096 -0.94583 -0.37031 -0.95532 -0.36172 -0.96412 C -0.3569 -0.96921 -0.35182 -0.9743 -0.34688 -0.97963 C -0.34427 -0.9824 -0.34206 -0.98634 -0.33932 -0.98865 C -0.33763 -0.99004 -0.32865 -0.99375 -0.32565 -0.99514 C -0.32357 -0.99745 -0.32162 -1.00046 -0.3194 -1.00185 C -0.31497 -1.00486 -0.31029 -1.00648 -0.30547 -1.00856 C -0.29505 -1.01319 -0.29544 -1.01273 -0.28555 -1.01527 C -0.28346 -1.01666 -0.28138 -1.01852 -0.2793 -1.01967 C -0.27721 -1.02083 -0.27513 -1.02106 -0.27305 -1.02199 C -0.27148 -1.02245 -0.26979 -1.02338 -0.26797 -1.02407 C -0.26589 -1.025 -0.2638 -1.02546 -0.26172 -1.02639 C -0.26055 -1.02685 -0.25938 -1.02801 -0.25807 -1.02847 C -0.24896 -1.0324 -0.23997 -1.03819 -0.23047 -1.03958 L -0.2168 -1.0419 C -0.20638 -1.0456 -0.20313 -1.04676 -0.18932 -1.05069 C -0.18607 -1.05162 -0.18268 -1.05254 -0.17943 -1.05301 C -0.16901 -1.05416 -0.15859 -1.0544 -0.14818 -1.05532 L -0.10938 -1.05301 C -0.1069 -1.05277 -0.09362 -1.0493 -0.09063 -1.04861 C -0.08854 -1.04699 -0.08646 -1.04583 -0.08438 -1.04421 C -0.0819 -1.04213 -0.07956 -1.03912 -0.07695 -1.0375 C -0.07487 -1.03611 -0.07279 -1.03588 -0.0707 -1.03518 C -0.0681 -1.03217 -0.06576 -1.02916 -0.06315 -1.02639 C -0.05951 -1.02245 -0.05534 -1.01967 -0.05195 -1.01527 C -0.0474 -1.00926 -0.04362 -1.00162 -0.03945 -0.99514 C -0.03828 -0.99352 -0.03672 -0.99259 -0.03568 -0.99074 C -0.03242 -0.98495 -0.03138 -0.98009 -0.02943 -0.97291 C -0.0306 -0.91967 -0.03125 -0.86643 -0.0332 -0.81319 C -0.03333 -0.80648 -0.03529 -0.8 -0.03568 -0.79328 C -0.03646 -0.77847 -0.03607 -0.76365 -0.03685 -0.74884 C -0.03776 -0.73379 -0.03958 -0.71921 -0.04063 -0.7044 C -0.04206 -0.68379 -0.0431 -0.66296 -0.0444 -0.64213 C -0.04401 -0.62801 -0.04375 -0.61389 -0.0431 -0.60023 C -0.04297 -0.59467 -0.04271 -0.58935 -0.04193 -0.58449 C -0.04102 -0.57963 -0.04036 -0.57407 -0.03815 -0.57106 C -0.0362 -0.56828 -0.0332 -0.56967 -0.0306 -0.56875 C -0.02148 -0.57037 -0.01211 -0.5699 -0.00313 -0.57338 C 0.03737 -0.58842 0.05091 -0.60277 0.08932 -0.63565 C 0.09245 -0.63796 0.09557 -0.64051 0.09805 -0.64444 C 0.1026 -0.65092 0.10612 -0.65972 0.11055 -0.6669 C 0.1125 -0.66944 0.11484 -0.67106 0.1168 -0.67338 C 0.12031 -0.67754 0.12344 -0.68217 0.12682 -0.68657 C 0.12812 -0.68819 0.12943 -0.68935 0.1306 -0.69097 C 0.13359 -0.69537 0.13646 -0.7 0.13932 -0.7044 C 0.14336 -0.69953 0.16172 -0.68102 0.1681 -0.6669 C 0.18411 -0.63078 0.20599 -0.60046 0.21562 -0.55764 C 0.23099 -0.48935 0.20378 -0.60902 0.23307 -0.48657 C 0.2362 -0.47338 0.23893 -0.45995 0.2418 -0.44652 C 0.24271 -0.4044 0.24401 -0.36227 0.2444 -0.32014 C 0.2444 -0.31551 0.24349 -0.31111 0.2431 -0.30671 C 0.2401 -0.27037 0.23997 -0.25 0.2319 -0.21574 C 0.22956 -0.20555 0.21745 -0.17639 0.21315 -0.16921 C 0.19974 -0.14514 0.18724 -0.11944 0.17187 -0.1 C 0.15781 -0.08217 0.14193 -0.06805 0.12565 -0.05787 C 0.08229 -0.03078 0.05547 -0.03449 0.01055 -0.03102 C -0.10078 -0.04768 -0.06276 -0.03194 -0.17435 -0.0912 C -0.178 -0.09305 -0.18151 -0.09583 -0.18438 -0.1 C -0.20287 -0.12777 -0.21719 -0.16504 -0.23815 -0.1868 C -0.24805 -0.19699 -0.25885 -0.20532 -0.26797 -0.21782 C -0.27305 -0.22453 -0.2776 -0.23287 -0.28307 -0.23773 C -0.2862 -0.24051 -0.28971 -0.23889 -0.29297 -0.24004 C -0.36836 -0.26435 -0.28815 -0.25046 -0.43672 -0.25324 C -0.44922 -0.25185 -0.46211 -0.25277 -0.47422 -0.24884 C -0.47643 -0.24815 -0.47695 -0.24305 -0.47813 -0.24004 C -0.48164 -0.23125 -0.47891 -0.23426 -0.48438 -0.23102 C -0.48893 -0.23402 -0.49453 -0.23426 -0.49818 -0.24004 C -0.51159 -0.26134 -0.50912 -0.28657 -0.51068 -0.31551 C -0.51016 -0.33333 -0.51068 -0.35115 -0.50938 -0.36875 C -0.50859 -0.37893 -0.5069 -0.38865 -0.50443 -0.39768 C -0.49232 -0.44074 -0.4806 -0.48426 -0.46563 -0.5243 C -0.44909 -0.56875 -0.43438 -0.5949 -0.41055 -0.6199 C -0.38242 -0.64953 -0.3543 -0.67916 -0.32565 -0.70648 C -0.32175 -0.71041 -0.31745 -0.71203 -0.31315 -0.71319 C -0.30365 -0.71643 -0.29388 -0.71759 -0.28438 -0.7199 C -0.26589 -0.71852 -0.24701 -0.72407 -0.2293 -0.71551 C -0.20846 -0.70578 -0.18997 -0.68402 -0.17057 -0.6669 C -0.12721 -0.62754 -0.08372 -0.54745 -0.05313 -0.49768 C -0.04492 -0.48426 -0.0388 -0.4669 -0.0306 -0.45324 C -0.01914 -0.43426 0.08724 -0.23912 0.14687 -0.17338 C 0.16237 -0.15625 0.17721 -0.13565 0.1944 -0.12453 C 0.21432 -0.11157 0.23607 -0.10972 0.2569 -0.10231 C 0.27643 -0.1037 0.2849 -0.09444 0.29687 -0.1199 C 0.29818 -0.12291 0.29766 -0.12731 0.29805 -0.13102 C 0.2931 -0.15694 0.28971 -0.18426 0.28307 -0.20879 C 0.28047 -0.21898 0.27552 -0.22708 0.27057 -0.23333 C 0.25625 -0.25324 0.24089 -0.27106 0.22565 -0.28889 C 0.1888 -0.33194 0.19648 -0.31736 0.13932 -0.34213 C 0.12513 -0.33958 0.11068 -0.33958 0.09687 -0.33333 C 0.07344 -0.32245 0.05078 -0.30671 0.02812 -0.2912 C 0.00924 -0.27847 -0.03021 -0.23356 -0.04193 -0.2199 C -0.0651 -0.19328 -0.0888 -0.16643 -0.11068 -0.13565 C -0.14492 -0.08727 -0.14505 -0.08402 -0.1806 -0.04444 C -0.1905 -0.03356 -0.20052 -0.02315 -0.21055 -0.01342 C -0.21341 -0.01065 -0.21628 -0.0074 -0.2194 -0.00671 C -0.23633 -0.00231 -0.25339 -0.00069 -0.27057 0.00232 C -0.30586 -0.00277 -0.33958 -0.00602 -0.37422 -0.02453 C -0.43451 -0.05648 -0.4931 -0.09652 -0.55182 -0.13565 C -0.55703 -0.13889 -0.56159 -0.14514 -0.56563 -0.15139 C -0.57005 -0.1581 -0.57318 -0.16759 -0.57682 -0.17569 C -0.57813 -0.20671 -0.58099 -0.23773 -0.5806 -0.26898 C -0.58047 -0.28009 -0.57982 -0.29213 -0.57565 -0.3 C -0.56576 -0.31852 -0.55339 -0.3331 -0.54063 -0.34444 C -0.52747 -0.35625 -0.50495 -0.36227 -0.48932 -0.36875 C -0.42656 -0.39514 -0.50521 -0.36412 -0.43555 -0.39097 C -0.38815 -0.37315 -0.38945 -0.38148 -0.3444 -0.32453 C -0.3207 -0.29444 -0.30365 -0.24676 -0.27682 -0.22708 C -0.0987 -0.09213 -0.1707 -0.12106 -0.0694 -0.08889 C -0.01354 -0.0919 0.04245 -0.08889 0.09805 -0.09768 C 0.1082 -0.0993 0.1168 -0.11134 0.12565 -0.1199 C 0.14375 -0.13796 0.15664 -0.15625 0.17057 -0.18217 C 0.17227 -0.18541 0.17305 -0.19004 0.17435 -0.19328 C 0.16393 -0.2125 0.15482 -0.23449 0.1431 -0.25115 C 0.1362 -0.26088 0.12747 -0.26551 0.1194 -0.27106 C 0.02148 -0.33842 0.02643 -0.325 -0.1056 -0.37801 C -0.1099 -0.37731 -0.16745 -0.38009 -0.1806 -0.36041 C -0.21042 -0.31458 -0.23633 -0.2618 -0.26315 -0.21111 C -0.2944 -0.15208 -0.25586 -0.18889 -0.31172 -0.10671 C -0.34388 -0.05972 -0.37747 -0.01574 -0.41315 0.02223 C -0.42266 0.03241 -0.43464 0.03102 -0.44557 0.03542 C -0.45898 0.03033 -0.47253 0.02685 -0.48568 0.01991 C -0.48815 0.01852 -0.48997 0.01435 -0.49193 0.01111 C -0.51146 -0.02199 -0.52891 -0.05416 -0.54063 -0.1 C -0.55768 -0.1669 -0.58307 -0.30671 -0.58307 -0.30648 C -0.58568 -0.35764 -0.58711 -0.35231 -0.58307 -0.40208 C -0.58268 -0.40764 -0.58216 -0.41296 -0.5806 -0.41828 C -0.57083 -0.44815 -0.56628 -0.45532 -0.54818 -0.47106 C -0.50925 -0.50486 -0.51341 -0.49977 -0.47682 -0.51319 C -0.45482 -0.5125 -0.43021 -0.52893 -0.41055 -0.51111 C -0.38828 -0.49074 -0.31953 -0.36574 -0.2793 -0.32014 C -0.25482 -0.2919 -0.23034 -0.26319 -0.20443 -0.24004 C -0.10378 -0.15046 -0.05026 -0.0949 0.05065 -0.06666 C 0.06953 -0.06134 0.08893 -0.06365 0.10807 -0.06227 C 0.14102 -0.07453 0.14401 -0.05787 0.1543 -0.0912 C 0.15495 -0.09305 0.15521 -0.0956 0.1556 -0.09768 C 0.15677 -0.12106 0.1582 -0.13379 0.1556 -0.15787 C 0.1543 -0.1699 0.15312 -0.18287 0.14935 -0.19328 C 0.14414 -0.20787 0.13581 -0.21805 0.1293 -0.23102 C 0.12409 -0.2419 0.12018 -0.25463 0.11432 -0.26435 C 0.10299 -0.28333 0.01146 -0.43449 -0.0194 -0.44652 L -0.0819 -0.47106 C -0.15781 -0.46389 -0.17305 -0.47014 -0.24063 -0.44004 C -0.2526 -0.43472 -0.26367 -0.42384 -0.27565 -0.41828 C -0.31628 -0.39745 -0.35664 -0.37361 -0.39805 -0.36041 C -0.41992 -0.35277 -0.44232 -0.35717 -0.46432 -0.35555 C -0.46771 -0.35717 -0.47162 -0.35648 -0.47422 -0.36041 C -0.47617 -0.36227 -0.47643 -0.36713 -0.47682 -0.37106 C -0.47813 -0.38055 -0.47852 -0.39027 -0.47943 -0.4 C -0.48073 -0.45393 -0.49063 -0.50926 -0.4694 -0.55555 C -0.44896 -0.60023 -0.41315 -0.62199 -0.38438 -0.63796 C -0.30313 -0.6824 -0.3151 -0.67291 -0.23672 -0.67546 C -0.21263 -0.6493 -0.10156 -0.525 -0.0707 -0.50671 C 0.01328 -0.45694 -0.01953 -0.46365 0.02435 -0.45764 C 0.02513 -0.46065 0.02695 -0.46342 0.02682 -0.46666 C 0.02604 -0.48842 0.01185 -0.52291 0.00807 -0.53541 C 0.00573 -0.54352 0.00456 -0.55231 0.00182 -0.55995 C -0.00221 -0.57176 -0.00469 -0.58842 -0.01185 -0.59328 C -0.03854 -0.61157 -0.0957 -0.62685 -0.0957 -0.62639 C -0.13477 -0.61921 -0.17474 -0.6199 -0.21315 -0.6044 C -0.22357 -0.60023 -0.23034 -0.58194 -0.23815 -0.56875 C -0.253 -0.54328 -0.26771 -0.51759 -0.28047 -0.48889 C -0.41263 -0.19537 -0.19688 -0.64305 -0.36055 -0.23565 C -0.38555 -0.17338 -0.40638 -0.10509 -0.43555 -0.04884 C -0.48398 0.04398 -0.57005 0.01227 -0.62813 0.01783 C -0.63854 0.0007 -0.65013 -0.01435 -0.65938 -0.03333 C -0.66133 -0.03727 -0.66068 -0.04375 -0.66068 -0.04884 C -0.66068 -0.06898 -0.66276 -0.08981 -0.65938 -0.10879 C -0.64167 -0.2037 -0.6069 -0.27546 -0.56432 -0.34004 C -0.35885 -0.65185 -0.475 -0.48402 -0.36432 -0.58889 C -0.34063 -0.61157 -0.31888 -0.64074 -0.2944 -0.65995 C -0.26953 -0.6794 -0.24271 -0.68958 -0.2168 -0.7044 C -0.21354 -0.56065 -0.21328 -0.52569 -0.20443 -0.34907 C -0.20352 -0.3324 -0.20508 -0.31319 -0.19935 -0.3 C -0.17682 -0.24791 -0.14974 -0.20139 -0.12188 -0.15787 C -0.11432 -0.14583 -0.1043 -0.13912 -0.0944 -0.13565 C -0.07135 -0.12731 -0.04779 -0.12662 -0.02435 -0.12245 C 0.01393 -0.12523 0.05273 -0.12014 0.09062 -0.13102 C 0.11432 -0.13796 0.13607 -0.15879 0.15807 -0.17569 C 0.19609 -0.20463 0.2293 -0.26389 0.27057 -0.26898 L 0.28815 -0.27106 C 0.29388 -0.23657 0.29049 -0.26157 0.2931 -0.23102 C 0.29349 -0.22731 0.29648 -0.2206 0.2944 -0.2199 C 0.28477 -0.21759 0.27526 -0.22384 0.26562 -0.22453 L 0.11562 -0.23333 C 0.08581 -0.21736 0.06224 -0.2125 0.03815 -0.18217 C 0.02305 -0.16342 0.00911 -0.1419 -0.0056 -0.12245 C -0.00807 -0.11944 -0.01042 -0.1162 -0.01315 -0.11342 C -0.01836 -0.10902 -0.02396 -0.10602 -0.02943 -0.10231 C -0.03151 -0.10301 -0.03359 -0.1037 -0.03568 -0.1044 C -0.03737 -0.10509 -0.03945 -0.1044 -0.04063 -0.10671 C -0.09766 -0.21018 -0.08477 -0.20532 -0.1444 -0.2912 C -0.16198 -0.31643 -0.17917 -0.34421 -0.19935 -0.36227 C -0.24701 -0.40555 -0.26888 -0.39838 -0.3194 -0.40208 C -0.38789 -0.37083 -0.36771 -0.39745 -0.42057 -0.24467 C -0.42539 -0.23078 -0.42487 -0.21342 -0.42682 -0.19815 C -0.42721 -0.19398 -0.42813 -0.18287 -0.42813 -0.1868 C -0.42813 -0.19166 -0.42721 -0.1956 -0.42682 -0.2 C -0.42552 -0.2206 -0.42422 -0.24143 -0.42305 -0.26227 C -0.42474 -0.36065 -0.42617 -0.45926 -0.42813 -0.55764 C -0.42891 -0.59861 -0.428 -0.5875 -0.43047 -0.61111 C -0.45013 -0.59722 -0.45052 -0.60069 -0.4418 -0.5199 C -0.43841 -0.48727 -0.42279 -0.43217 -0.40065 -0.4199 C -0.38737 -0.4125 -0.37305 -0.4125 -0.35938 -0.40879 C -0.29766 -0.41504 -0.23555 -0.4125 -0.17435 -0.42662 C -0.14792 -0.43287 -0.08294 -0.46944 -0.05443 -0.50671 C -0.02526 -0.54444 0.00143 -0.58819 0.0293 -0.62916 C 0.0306 -0.63402 0.03203 -0.63912 0.03307 -0.64444 C 0.03581 -0.65671 0.03659 -0.6662 0.03437 -0.64652 C 0.04102 -0.50949 0.04531 -0.37222 0.0543 -0.23565 C 0.05534 -0.21967 0.0595 -0.20463 0.06432 -0.19166 C 0.07135 -0.17245 0.07969 -0.15463 0.08932 -0.14027 C 0.097 -0.12893 0.10586 -0.11805 0.11562 -0.11342 C 0.12604 -0.1081 0.13724 -0.1118 0.14805 -0.11134 C 0.16263 -0.1162 0.17786 -0.11782 0.1918 -0.12662 C 0.22852 -0.15092 0.26432 -0.17986 0.29935 -0.21111 C 0.30703 -0.21782 0.31276 -0.23032 0.3194 -0.24004 C 0.32109 -0.24305 0.32227 -0.24699 0.32435 -0.24884 C 0.32565 -0.25 0.3224 -0.24467 0.32187 -0.24213 C 0.31615 -0.21504 0.31003 -0.18842 0.3056 -0.15995 C 0.29961 -0.12268 0.29557 -0.08449 0.29062 -0.04676 C 0.28307 -0.07777 0.2776 -0.11065 0.2681 -0.14027 C 0.18008 -0.41389 0.19974 -0.30162 0.1556 -0.48657 C 0.14258 -0.54097 0.1375 -0.60301 0.1181 -0.65115 C 0.11016 -0.67106 0.11536 -0.66481 0.10312 -0.67106 C 0.09896 -0.66736 0.09427 -0.66527 0.09062 -0.65995 C 0.06406 -0.62268 -0.00169 -0.48287 -0.00443 -0.47777 C -0.02474 -0.43842 -0.0375 -0.37338 -0.06693 -0.36227 L -0.14935 -0.33148 C -0.19206 -0.33796 -0.19323 -0.3331 -0.2444 -0.37546 C -0.28451 -0.40879 -0.31888 -0.46643 -0.36172 -0.48657 L -0.42305 -0.51551 C -0.43529 -0.51389 -0.44063 -0.5162 -0.45065 -0.50671 C -0.453 -0.5044 -0.45482 -0.50069 -0.4569 -0.49768 C -0.44076 -0.55486 -0.46914 -0.45578 -0.41315 -0.61551 C -0.40964 -0.62523 -0.4082 -0.63634 -0.40547 -0.64652 C -0.40482 -0.64953 -0.40391 -0.65254 -0.40313 -0.65578 C -0.4026 -0.65764 -0.40156 -0.66458 -0.40182 -0.66227 C -0.40508 -0.63634 -0.40872 -0.61065 -0.41172 -0.58449 C -0.41576 -0.55185 -0.41758 -0.51852 -0.42305 -0.48657 C -0.4293 -0.45069 -0.43867 -0.4169 -0.44688 -0.38217 C -0.45039 -0.36713 -0.45807 -0.33796 -0.45807 -0.33796 C -0.45964 -0.33842 -0.46289 -0.33703 -0.46315 -0.34004 C -0.4668 -0.38032 -0.46589 -0.42176 -0.4694 -0.46227 C -0.47096 -0.48217 -0.47279 -0.50208 -0.47422 -0.52222 C -0.47513 -0.53333 -0.47604 -0.54444 -0.47682 -0.55555 C -0.48021 -0.54953 -0.48464 -0.54514 -0.48685 -0.53773 C -0.50638 -0.47453 -0.50872 -0.4368 -0.5194 -0.36435 C -0.51849 -0.32083 -0.51875 -0.27685 -0.51693 -0.23333 C -0.51667 -0.22893 -0.51471 -0.22546 -0.51315 -0.22222 C -0.51211 -0.2206 -0.51068 -0.21921 -0.50938 -0.21782 C -0.49076 -0.23426 -0.49466 -0.2287 -0.47422 -0.27361 C -0.41263 -0.41018 -0.42552 -0.36944 -0.40065 -0.46666 C -0.41172 -0.47546 -0.42201 -0.49097 -0.43438 -0.49328 C -0.4737 -0.50069 -0.51797 -0.46342 -0.55313 -0.4956 C -0.56888 -0.50995 -0.53841 -0.55277 -0.5319 -0.58217 C -0.51484 -0.65972 -0.50794 -0.70486 -0.4944 -0.78426 C -0.49102 -0.82662 -0.48711 -0.86875 -0.48438 -0.91088 C -0.48372 -0.92129 -0.48698 -0.89004 -0.48815 -0.87986 C -0.49023 -0.86065 -0.49232 -0.84143 -0.4944 -0.82222 C -0.4931 -0.80509 -0.49622 -0.78495 -0.49063 -0.77106 C -0.48789 -0.76412 -0.48425 -0.78379 -0.4819 -0.79097 C -0.4668 -0.83703 -0.45208 -0.88379 -0.43815 -0.93078 C -0.42878 -0.96273 -0.40677 -1.06342 -0.41172 -1.02847 C -0.41367 -1.01527 -0.42956 -0.9037 -0.43555 -0.87777 C -0.45208 -0.8074 -0.48815 -0.66875 -0.48815 -0.66852 C -0.49232 -0.62152 -0.49779 -0.5743 -0.50065 -0.52662 C -0.50078 -0.52407 -0.49805 -0.5206 -0.49688 -0.52222 C -0.47057 -0.55787 -0.44388 -0.59375 -0.42057 -0.63565 C -0.39766 -0.67662 -0.37865 -0.73449 -0.36432 -0.78657 C -0.36302 -0.79143 -0.36263 -0.79699 -0.36172 -0.80208 C -0.35091 -0.7493 -0.35495 -0.7162 -0.32682 -0.69768 C -0.32175 -0.69444 -0.31589 -0.69629 -0.31055 -0.69583 C -0.30755 -0.69907 -0.30456 -0.70231 -0.30182 -0.70648 C -0.30078 -0.70833 -0.30078 -0.71273 -0.29922 -0.71319 C -0.29336 -0.71643 -0.28672 -0.7162 -0.28047 -0.71759 C -0.2526 -0.73611 -0.2651 -0.7243 -0.2293 -0.78657 C -0.19961 -0.83865 -0.2013 -0.83842 -0.1806 -0.89074 C -0.17839 -0.8419 -0.17995 -0.80648 -0.16185 -0.76203 C -0.15495 -0.7449 -0.14362 -0.73449 -0.13307 -0.7243 C -0.12461 -0.71643 -0.11484 -0.71389 -0.1056 -0.70879 C -0.09818 -0.71203 -0.08919 -0.70949 -0.0832 -0.71759 C -0.0668 -0.74004 -0.04063 -0.79768 -0.04063 -0.79745 C -0.03945 -0.80509 -0.0362 -0.81227 -0.03685 -0.8199 C -0.03724 -0.82407 -0.04141 -0.81504 -0.04193 -0.81111 C -0.0457 -0.77893 -0.04688 -0.74583 -0.04935 -0.71319 C -0.04232 -0.68541 -0.04089 -0.65 -0.02813 -0.62916 C -0.02292 -0.62037 -0.01992 -0.65 -0.0181 -0.66227 C -0.01602 -0.67731 -0.01745 -0.69352 -0.01693 -0.70879 C -0.01654 -0.71921 -0.01797 -0.73032 -0.01563 -0.74004 C -0.01458 -0.74421 -0.01068 -0.74282 -0.0082 -0.74444 C -0.00352 -0.75625 0.00117 -0.76782 0.0056 -0.77986 C 0.01393 -0.80301 0.01276 -0.79815 0.01562 -0.81319 C 0.02096 -0.77546 0.02174 -0.76898 0.03437 -0.70879 C 0.04193 -0.67268 0.04922 -0.63634 0.05937 -0.60208 C 0.07812 -0.53958 0.08828 -0.51018 0.1181 -0.47546 C 0.1207 -0.47245 0.12396 -0.47245 0.12682 -0.47106 C 0.12852 -0.47338 0.13112 -0.4743 0.1319 -0.47777 C 0.14531 -0.54768 0.14232 -0.5662 0.1444 -0.64444 C 0.14388 -0.65578 0.1431 -0.6669 0.1431 -0.67777 C 0.1431 -0.68009 0.1431 -0.6706 0.1444 -0.67106 C 0.14818 -0.67245 0.15104 -0.67847 0.1543 -0.68217 C 0.15846 -0.69259 0.16341 -0.70231 0.1668 -0.71319 C 0.17513 -0.74027 0.17487 -0.74259 0.17682 -0.76435 C 0.17604 -0.70277 0.17539 -0.64143 0.17435 -0.57986 C 0.17174 -0.42477 0.17096 -0.52523 0.17305 -0.4 C 0.17565 -0.50555 0.18008 -0.61551 0.1694 -0.7199 C 0.16732 -0.74004 0.16263 -0.68148 0.15937 -0.66227 C 0.15729 -0.60671 0.15443 -0.55115 0.15312 -0.4956 C 0.15221 -0.45764 0.14896 -0.46389 0.16055 -0.45555 C 0.16315 -0.46666 0.16706 -0.47708 0.1681 -0.48889 C 0.18516 -0.68055 0.17083 -0.7706 0.1793 -0.36875 C 0.17956 -0.36041 0.1819 -0.35254 0.18307 -0.34444 C 0.18659 -0.36921 0.18594 -0.36365 0.18932 -0.40879 C 0.19753 -0.51828 0.19609 -0.49884 0.19935 -0.59097 C 0.20104 -0.52801 0.20312 -0.46527 0.2043 -0.40208 C 0.20443 -0.39838 0.20156 -0.39421 0.20312 -0.39097 C 0.2043 -0.38935 0.20547 -0.39583 0.2069 -0.39768 C 0.20885 -0.40046 0.22018 -0.40856 0.22057 -0.40879 C 0.23945 -0.47615 0.22969 -0.45139 0.2293 -0.4199 C 0.22839 -0.34328 0.21732 -0.35231 0.23437 -0.34213 C 0.24232 -0.35625 0.24036 -0.35069 0.2431 -0.38449 C 0.26836 -0.69676 0.28021 -0.73958 0.25065 -0.59791 C 0.24805 -0.56504 0.24622 -0.5324 0.2431 -0.5 C 0.23789 -0.44421 0.22565 -0.33333 0.22565 -0.3331 C 0.22513 -0.31782 0.22487 -0.30254 0.22435 -0.28657 C 0.22409 -0.27777 0.22305 -0.25115 0.22305 -0.25995 C 0.22305 -0.3162 0.22396 -0.37245 0.22435 -0.42893 C 0.22852 -0.35578 0.22747 -0.36944 0.24062 -0.23773 C 0.24414 -0.20208 0.24922 -0.16666 0.25312 -0.13102 C 0.2625 -0.04467 0.25417 -0.09004 0.26432 -0.04004 C 0.26315 -0.05555 0.26185 -0.07106 0.26055 -0.08657 C 0.26016 -0.09259 0.26055 -0.09884 0.25937 -0.1044 C 0.25833 -0.10972 0.25599 -0.11342 0.2543 -0.11782 C 0.23685 -0.10231 0.24141 -0.11296 0.23437 -0.07106 C 0.2293 -0.04166 0.22057 0.01783 0.22057 0.01806 C 0.21042 0.00857 0.22057 0.01968 0.21185 0.00232 C 0.20391 -0.01389 0.19714 -0.0331 0.18685 -0.04444 C 0.17852 -0.05393 0.16771 -0.05324 0.15807 -0.05787 C 0.14896 -0.03102 0.13724 -0.00671 0.1306 0.02223 C 0.12825 0.03241 0.12656 0.04954 0.1319 0.05556 C 0.1362 0.06042 0.13828 0.04144 0.14062 0.03334 C 0.14453 0.01968 0.14727 0.0051 0.15065 -0.00879 C 0.15104 -0.02083 0.1526 -0.03264 0.15182 -0.04444 C 0.15091 -0.06041 0.15078 -0.07801 0.14557 -0.0912 C 0.13555 -0.11666 0.09075 -0.12199 0.08307 -0.12453 C 0.07357 -0.12152 0.06315 -0.12291 0.0543 -0.11551 C 0.03398 -0.09838 0.03346 -0.07338 0.02682 -0.04004 C 0.01706 -0.0706 0.01953 -0.06759 -0.0082 -0.0956 C -0.01302 -0.10046 -0.01901 -0.1 -0.02435 -0.10231 C -0.04609 -0.09699 -0.06784 -0.09282 -0.08945 -0.08657 C -0.09167 -0.08611 -0.09349 -0.08356 -0.0957 -0.08217 C -0.09727 -0.08125 -0.09896 -0.08078 -0.10065 -0.08009 C -0.09896 -0.08449 -0.09622 -0.08819 -0.0957 -0.09328 C -0.09518 -0.09722 -0.09596 -0.10416 -0.09818 -0.1044 C -0.11016 -0.10648 -0.12227 -0.10139 -0.13438 -0.1 C -0.1918 -0.06458 -0.25742 -0.0294 -0.3069 0.03334 C -0.32695 0.0588 -0.33763 0.10139 -0.35313 0.13542 C -0.35339 0.14144 -0.35742 0.15579 -0.3543 0.15324 C -0.33216 0.13473 -0.33216 0.10741 -0.32565 0.07107 C -0.32773 0.02894 -0.3155 -0.02477 -0.3319 -0.05555 C -0.38099 -0.14838 -0.45247 -0.10555 -0.50807 -0.0912 C -0.51523 -0.08148 -0.5237 -0.0743 -0.52943 -0.06227 C -0.53099 -0.05879 -0.5306 -0.05023 -0.52813 -0.04884 C -0.52331 -0.04629 -0.5181 -0.05185 -0.51315 -0.05324 C -0.48607 -0.075 -0.47057 -0.07986 -0.45547 -0.14027 C -0.45313 -0.15 -0.46146 -0.15949 -0.46432 -0.16921 C -0.47266 -0.15486 -0.48216 -0.14259 -0.48932 -0.12662 C -0.48997 -0.12523 -0.49193 -0.10324 -0.48932 -0.1 C -0.48698 -0.09676 -0.48359 -0.09861 -0.4806 -0.09768 C -0.47643 -0.10231 -0.4707 -0.1037 -0.46797 -0.11134 C -0.43724 -0.19884 -0.43854 -0.24236 -0.42565 -0.34907 C -0.4349 -0.42662 -0.42878 -0.44467 -0.4668 -0.4956 C -0.47188 -0.50231 -0.47943 -0.49838 -0.48568 -0.5 C -0.49141 -0.49027 -0.50013 -0.48426 -0.50313 -0.47106 C -0.54948 -0.26713 -0.54258 -0.32361 -0.49193 -0.14884 C -0.47643 -0.16365 -0.45638 -0.16921 -0.44557 -0.19328 C -0.39948 -0.29722 -0.40221 -0.36041 -0.39297 -0.47777 C -0.39232 -0.52731 -0.38828 -0.57708 -0.39063 -0.62685 C -0.39128 -0.64004 -0.39531 -0.65509 -0.40182 -0.66227 C -0.4069 -0.66782 -0.41354 -0.65926 -0.4194 -0.65764 C -0.43047 -0.64815 -0.44323 -0.64236 -0.45313 -0.62916 C -0.47513 -0.59861 -0.48112 -0.56944 -0.4931 -0.52893 C -0.49193 -0.5162 -0.49518 -0.48333 -0.48932 -0.49097 C -0.43464 -0.56435 -0.4349 -0.6162 -0.4168 -0.7199 C -0.41523 -0.74722 -0.40326 -0.77916 -0.41172 -0.80208 C -0.41745 -0.8169 -0.43073 -0.78703 -0.43672 -0.77315 C -0.45287 -0.73727 -0.46354 -0.69467 -0.47682 -0.65578 C -0.47773 -0.63796 -0.48893 -0.59652 -0.47943 -0.60208 C -0.46927 -0.60833 -0.47344 -0.63889 -0.47305 -0.65764 C -0.47266 -0.68819 -0.47565 -0.71852 -0.47682 -0.74884 C -0.49857 -0.74166 -0.52214 -0.74421 -0.54193 -0.72662 C -0.60078 -0.6743 -0.6194 -0.57083 -0.64935 -0.47546 C -0.62604 -0.44583 -0.60651 -0.40324 -0.57943 -0.38657 C -0.54909 -0.36852 -0.48268 -0.43426 -0.46315 -0.45324 C -0.43828 -0.47777 -0.41419 -0.50509 -0.39063 -0.53333 C -0.36198 -0.56759 -0.36615 -0.56389 -0.3793 -0.55995 C -0.40065 -0.53472 -0.3793 -0.55879 -0.34805 -0.64652 C -0.34622 -0.65185 -0.34167 -0.66852 -0.3444 -0.66458 C -0.34948 -0.65694 -0.35182 -0.64514 -0.35547 -0.63565 C -0.3569 -0.61921 -0.3599 -0.60301 -0.35938 -0.58657 C -0.35612 -0.47639 -0.29349 -0.6243 -0.26797 -0.65578 C -0.26146 -0.68541 -0.25013 -0.71273 -0.24805 -0.74444 C -0.24714 -0.75833 -0.26159 -0.72662 -0.26432 -0.71319 C -0.27448 -0.66458 -0.27839 -0.6125 -0.28555 -0.56227 C -0.28216 -0.50277 -0.29206 -0.46365 -0.25547 -0.44236 C -0.25013 -0.43912 -0.24479 -0.44815 -0.23932 -0.45115 C -0.22839 -0.47477 -0.21563 -0.49583 -0.2069 -0.52222 C -0.19714 -0.55139 -0.19635 -0.57152 -0.1944 -0.60023 C -0.19102 -0.59398 -0.18893 -0.58449 -0.18438 -0.58217 C -0.14518 -0.56111 -0.05573 -0.57268 -0.0319 -0.57338 C -0.02826 -0.60231 -0.02539 -0.61713 -0.0306 -0.65324 C -0.03255 -0.6669 -0.03685 -0.68055 -0.0431 -0.68889 C -0.04857 -0.69583 -0.05651 -0.69352 -0.06315 -0.69583 C -0.06563 -0.68819 -0.07044 -0.68217 -0.0707 -0.67338 C -0.07344 -0.5787 -0.06901 -0.56782 -0.0431 -0.49097 C -0.0418 -0.48703 -0.03893 -0.48518 -0.03685 -0.48217 C -0.03112 -0.49097 -0.02253 -0.49629 -0.0194 -0.50879 C -0.01133 -0.54074 -0.01289 -0.58773 -0.01445 -0.62222 C -0.01458 -0.62523 -0.01523 -0.62801 -0.01563 -0.63102 C -0.01484 -0.63842 -0.0138 -0.64606 -0.01315 -0.65324 C -0.01211 -0.66458 -0.01484 -0.67824 -0.01068 -0.68657 C -0.00833 -0.69143 -0.00781 -0.67338 -0.00443 -0.67106 C 0.00234 -0.6669 0.00977 -0.66967 0.0168 -0.66875 C 0.02435 -0.67176 0.03203 -0.67384 0.03932 -0.67777 C 0.04206 -0.67916 0.04414 -0.68541 0.04687 -0.68472 C 0.05013 -0.68333 0.05195 -0.67708 0.0543 -0.67338 C 0.06107 -0.66227 0.06693 -0.6493 0.07435 -0.64004 C 0.10924 -0.59629 0.10573 -0.60185 0.13815 -0.58657 C 0.14141 -0.59259 0.14687 -0.59629 0.14805 -0.6044 C 0.14961 -0.61481 0.14727 -0.62546 0.14557 -0.63565 C 0.14349 -0.64791 0.1349 -0.65856 0.13685 -0.67106 C 0.13802 -0.67893 0.14492 -0.6625 0.14935 -0.65995 C 0.15508 -0.65648 0.16107 -0.65578 0.1668 -0.65324 C 0.16849 -0.65254 0.17018 -0.65185 0.17187 -0.65115 C 0.17227 -0.64768 0.17227 -0.64328 0.17305 -0.64004 C 0.17812 -0.61944 0.18385 -0.60787 0.19062 -0.58889 C 0.19245 -0.58379 0.19388 -0.57847 0.19557 -0.57338 C 0.19596 -0.57546 0.19661 -0.57754 0.19687 -0.57986 C 0.20065 -0.61782 0.19987 -0.61389 0.19687 -0.65764 C 0.19544 -0.67847 0.1918 -0.69907 0.1918 -0.7199 C 0.1918 -0.72592 0.19518 -0.70949 0.19687 -0.7044 C 0.19766 -0.71319 0.19896 -0.72199 0.19935 -0.73125 C 0.20026 -0.75324 0.18828 -0.80139 0.20065 -0.79768 C 0.21445 -0.79352 0.20898 -0.74977 0.21432 -0.72662 C 0.2194 -0.70509 0.22604 -0.68541 0.2319 -0.66458 C 0.23099 -0.71319 0.22656 -0.76227 0.2293 -0.81111 C 0.23008 -0.82453 0.23216 -0.78171 0.23815 -0.77315 C 0.24115 -0.76875 0.24062 -0.78657 0.2418 -0.79328 C 0.24271 -0.79027 0.24375 -0.7875 0.2444 -0.78426 C 0.24505 -0.78078 0.24648 -0.76736 0.24687 -0.76435 C 0.24766 -0.74722 0.24831 -0.73032 0.24935 -0.71319 C 0.24961 -0.70879 0.25078 -0.69537 0.25065 -0.7 C 0.24896 -0.7324 0.24844 -0.74977 0.23932 -0.77986 C 0.22773 -0.81898 0.22174 -0.81227 0.19687 -0.8287 C 0.05195 -0.76041 0.0806 -0.81713 0.00182 -0.67106 C -0.00039 -0.6669 -0.00065 -0.66065 -0.00195 -0.65578 C -0.00143 -0.66134 -0.00013 -0.66736 -0.00065 -0.67338 C -0.00104 -0.67754 -0.00195 -0.68541 -0.00443 -0.68472 C -0.02161 -0.6794 -0.03789 -0.66782 -0.05443 -0.65764 C -0.11953 -0.61759 -0.08529 -0.62615 -0.11693 -0.6199 C -0.11979 -0.6206 -0.12292 -0.62037 -0.12565 -0.62222 C -0.13099 -0.62615 -0.1349 -0.63842 -0.14063 -0.63796 C -0.1901 -0.63102 -0.2388 -0.6125 -0.28815 -0.60023 L -0.35065 -0.55324 C -0.35482 -0.55023 -0.35547 -0.54907 -0.35313 -0.55764 C -0.3487 -0.57338 -0.34336 -0.58819 -0.33932 -0.6044 C -0.33581 -0.61875 -0.33346 -0.63402 -0.33047 -0.64884 C -0.3319 -0.66458 -0.32904 -0.6831 -0.33438 -0.69583 C -0.33802 -0.70393 -0.34596 -0.69861 -0.35182 -0.69768 C -0.36198 -0.69629 -0.37188 -0.6919 -0.3819 -0.68889 L -0.4293 -0.65115 C -0.43177 -0.6493 -0.43425 -0.64699 -0.43672 -0.64652 C -0.43971 -0.64629 -0.44271 -0.64815 -0.44557 -0.64884 C -0.50287 -0.6044 -0.48385 -0.62268 -0.57318 -0.48889 C -0.58893 -0.46527 -0.60143 -0.43541 -0.61563 -0.40879 C -0.62148 -0.37986 -0.62982 -0.35231 -0.63307 -0.32222 C -0.63385 -0.31597 -0.63047 -0.3074 -0.62682 -0.30671 C -0.61107 -0.30416 -0.59518 -0.31111 -0.57943 -0.31389 C -0.56901 -0.31713 -0.55859 -0.32129 -0.54818 -0.32453 C -0.54154 -0.32662 -0.52865 -0.3412 -0.52813 -0.32893 C -0.51758 -0.11203 -0.50117 -0.12315 -0.55313 -0.11551 C -0.55182 -0.11342 -0.55091 -0.11065 -0.54935 -0.10879 C -0.54753 -0.10671 -0.54531 -0.1037 -0.5431 -0.1044 C -0.51497 -0.11296 -0.48724 -0.12523 -0.45938 -0.13565 C -0.46146 -0.1243 -0.48477 -0.01412 -0.47057 -0.01342 C -0.44909 -0.01227 -0.43724 -0.06227 -0.42057 -0.08657 C -0.41367 -0.12407 -0.42422 -0.07106 -0.40547 -0.00671 C -0.39362 0.03449 -0.38867 0.03519 -0.37305 0.04445 C -0.34714 0.03218 -0.35208 0.04005 -0.3293 -0.00671 C -0.30521 -0.05648 -0.32617 -0.03518 -0.30807 -0.05115 C -0.21419 0.05764 -0.25951 0.02477 -0.17682 0.06667 C -0.15234 0.06297 -0.1276 0.06158 -0.10313 0.05556 C -0.09779 0.05417 -0.09648 0.04283 -0.0931 0.03773 C -0.08464 0.02523 -0.07669 0.01088 -0.06693 0.00232 C -0.06042 -0.00347 -0.05286 -0.00347 -0.0457 -0.0044 C -0.01732 -0.00856 0.01107 -0.01041 0.03932 -0.01342 C 0.05312 -0.0169 0.13125 -0.03518 0.1444 -0.04444 C 0.16289 -0.05764 0.17852 -0.08148 0.19557 -0.1 C 0.18685 -0.13102 0.18346 -0.16921 0.1694 -0.19328 C 0.09453 -0.32106 0.02799 -0.39652 -0.0707 -0.43773 C -0.10078 -0.45046 -0.13229 -0.44652 -0.16315 -0.45115 C -0.278 -0.3919 -0.29466 -0.41435 -0.36563 -0.31389 C -0.37787 -0.29606 -0.38815 -0.27523 -0.39922 -0.25602 C -0.39688 -0.27268 -0.39323 -0.28912 -0.3918 -0.30671 C -0.38529 -0.39745 -0.38412 -0.46921 -0.3819 -0.55764 C -0.38255 -0.58356 -0.37787 -0.61227 -0.38438 -0.63565 C -0.38945 -0.65347 -0.3875 -0.5956 -0.38672 -0.57546 C -0.38581 -0.54259 -0.38503 -0.50902 -0.3793 -0.47777 C -0.36784 -0.41365 -0.35013 -0.35324 -0.33555 -0.2912 C -0.33464 -0.25787 -0.34375 -0.21898 -0.33307 -0.19166 C -0.32695 -0.175 -0.31107 -0.19421 -0.30065 -0.2 C -0.28385 -0.20926 -0.2668 -0.21898 -0.25182 -0.23565 C -0.20182 -0.2912 -0.15534 -0.35602 -0.1069 -0.41551 C -0.10286 -0.42037 -0.0944 -0.42893 -0.0944 -0.4287 C -0.09831 -0.39421 -0.09661 -0.41065 -0.10065 -0.34004 C -0.10247 -0.3074 -0.10404 -0.27523 -0.1056 -0.24213 C -0.10352 -0.22546 -0.10195 -0.1743 -0.09935 -0.19166 C -0.09284 -0.23333 -0.09076 -0.27847 -0.0931 -0.32222 C -0.09544 -0.36527 -0.10169 -0.40856 -0.11315 -0.44652 C -0.15365 -0.58009 -0.17839 -0.5625 -0.25807 -0.61111 C -0.27891 -0.60069 -0.30247 -0.60069 -0.32057 -0.57986 C -0.35534 -0.54004 -0.38698 -0.49004 -0.41315 -0.43333 C -0.45221 -0.34838 -0.47162 -0.19328 -0.48815 -0.0956 C -0.48893 -0.07916 -0.49662 -0.03426 -0.49063 -0.04676 C -0.46628 -0.09652 -0.44922 -0.15648 -0.43047 -0.21342 C -0.29466 -0.62708 -0.42565 -0.2581 -0.3444 -0.48449 C -0.3418 -0.41504 -0.34128 -0.3449 -0.33672 -0.27546 C -0.33633 -0.26574 -0.33307 -0.29444 -0.33307 -0.3044 C -0.33346 -0.34815 -0.33398 -0.39259 -0.33815 -0.43541 C -0.34505 -0.50879 -0.34037 -0.50185 -0.35807 -0.51782 C -0.35964 -0.5074 -0.3625 -0.49745 -0.36315 -0.48657 C -0.37214 -0.33055 -0.35221 -0.38611 -0.37422 -0.33148 C -0.38047 -0.34004 -0.38763 -0.34745 -0.39297 -0.35764 C -0.39701 -0.36527 -0.39701 -0.37893 -0.40182 -0.38449 C -0.40586 -0.38865 -0.41107 -0.38287 -0.41563 -0.38217 C -0.41172 -0.37986 -0.40833 -0.37662 -0.4043 -0.37546 C -0.2776 -0.33958 -0.24831 -0.35347 -0.07565 -0.34444 C -0.05859 -0.35023 -0.04089 -0.35231 -0.02435 -0.36227 C -0.02201 -0.36365 -0.02057 -0.37592 -0.02318 -0.37546 C -0.10169 -0.36273 -0.17982 -0.34143 -0.25807 -0.32453 C -0.2543 -0.2956 -0.25716 -0.26111 -0.24688 -0.23773 C -0.19609 -0.12129 -0.08112 -0.1412 -0.0194 -0.12662 C 0.01055 -0.12824 0.06966 -0.07777 0.07057 -0.13102 C 0.07109 -0.16273 -0.01237 -0.19745 -0.0431 -0.20671 C -0.04727 -0.20787 -0.05143 -0.2081 -0.0556 -0.20879 C -0.10195 -0.19977 -0.15573 -0.18773 -0.19935 -0.19328 C -0.2056 -0.19421 -0.20768 -0.20972 -0.21172 -0.21782 L -0.11432 -0.31551 C -0.11003 -0.32014 -0.09844 -0.31875 -0.10065 -0.32662 C -0.103 -0.33495 -0.11094 -0.32384 -0.11563 -0.32014 C -0.23216 -0.22546 -0.19987 -0.26458 -0.26172 -0.17569 C -0.25755 -0.17477 -0.25326 -0.17106 -0.24922 -0.17338 C -0.14232 -0.23217 -0.14284 -0.24027 -0.0457 -0.32662 C -0.09648 -0.34305 -0.0776 -0.33958 -0.17943 -0.3 C -0.19154 -0.29514 -0.22305 -0.25787 -0.21315 -0.27106 C -0.19154 -0.29977 -0.1444 -0.34652 -0.1444 -0.34629 C -0.15768 -0.37014 -0.15365 -0.36713 -0.18932 -0.35764 C -0.20456 -0.35393 -0.21862 -0.3419 -0.23307 -0.33333 C -0.2349 -0.33217 -0.23633 -0.32986 -0.23815 -0.32893 C -0.25052 -0.32222 -0.27005 -0.31435 -0.28307 -0.30902 C -0.21211 -0.37199 -0.12669 -0.38634 -0.06315 -0.47106 C -0.05482 -0.48217 -0.02773 -0.50463 -0.03815 -0.5044 C -0.08151 -0.50347 -0.12396 -0.48078 -0.16693 -0.46875 C -0.22513 -0.47106 -0.34479 -0.37199 -0.3418 -0.47546 C -0.33867 -0.58935 -0.22044 -0.55115 -0.16315 -0.60208 C -0.15898 -0.60578 -0.14622 -0.61597 -0.15065 -0.61319 C -0.28672 -0.53148 -0.23997 -0.56203 -0.3793 -0.42477 C -0.31055 -0.42176 -0.27956 -0.41412 -0.20313 -0.45764 C -0.16888 -0.47731 -0.13893 -0.51551 -0.1069 -0.54444 C -0.10859 -0.54652 -0.10977 -0.55115 -0.11185 -0.55115 C -0.25846 -0.55115 -0.20794 -0.54722 -0.3819 -0.4199 C -0.38229 -0.4074 -0.38971 -0.38703 -0.38307 -0.38217 C -0.32747 -0.3412 -0.25 -0.39421 -0.20065 -0.41342 C -0.18242 -0.45787 -0.17552 -0.46018 -0.24688 -0.44652 C -0.27578 -0.4412 -0.30339 -0.42315 -0.3319 -0.41111 C -0.35013 -0.37986 -0.3737 -0.35625 -0.38672 -0.31782 C -0.39063 -0.3074 -0.38138 -0.28889 -0.37422 -0.28657 C -0.35182 -0.27916 -0.32839 -0.28958 -0.30547 -0.2912 C -0.28854 -0.30509 -0.27096 -0.31759 -0.2543 -0.33333 C -0.25052 -0.33703 -0.2487 -0.34768 -0.2444 -0.34907 C -0.23203 -0.35231 -0.2194 -0.34745 -0.2069 -0.34652 C -0.17227 -0.33634 -0.13789 -0.32384 -0.10313 -0.31551 C -0.08789 -0.31227 -0.04167 -0.30602 -0.0569 -0.31111 C -0.09154 -0.32291 -0.12682 -0.32731 -0.16185 -0.33565 C -0.22005 -0.31065 -0.28372 -0.30949 -0.33672 -0.25995 C -0.35117 -0.24676 -0.31354 -0.21736 -0.29805 -0.20879 C -0.26927 -0.19352 -0.23815 -0.19699 -0.20794 -0.19166 C -0.06615 -0.21921 -0.05508 -0.18287 0.05182 -0.32893 C 0.06263 -0.34375 0.06602 -0.37037 0.07305 -0.39097 C 0.07148 -0.41666 0.07578 -0.4456 0.0681 -0.46666 C 0.03659 -0.55463 -0.11237 -0.53842 -0.12057 -0.54004 C -0.20313 -0.52963 -0.2875 -0.54143 -0.36797 -0.50879 C -0.39557 -0.49768 -0.43464 -0.46319 -0.43307 -0.41342 C -0.43138 -0.35902 -0.38555 -0.34514 -0.36172 -0.31111 C -0.23138 -0.32893 -0.10078 -0.34051 0.0293 -0.36435 C 0.03359 -0.36527 0.03971 -0.38217 0.03555 -0.38449 C 0.01016 -0.39768 -0.01693 -0.39629 -0.0431 -0.40208 C -0.57201 -0.35486 -0.42083 -0.21273 -0.33047 -0.50671 L -0.32305 -0.53102 C -0.3194 -0.48217 -0.32878 -0.42361 -0.31172 -0.38449 C -0.23412 -0.20486 -0.22865 -0.23194 -0.16185 -0.28009 C -0.15234 -0.29629 -0.13763 -0.30671 -0.13307 -0.32893 C -0.12135 -0.38796 -0.10677 -0.50717 -0.14688 -0.55764 C -0.1694 -0.58611 -0.19857 -0.59213 -0.22422 -0.60902 C -0.3194 -0.55162 -0.38841 -0.55625 -0.43438 -0.38217 C -0.44648 -0.33634 -0.43932 -0.28171 -0.4418 -0.23102 C -0.41849 -0.18518 -0.40404 -0.11713 -0.37188 -0.09328 C -0.26497 -0.01458 -0.11719 -0.1493 -0.02943 -0.2 C -0.01862 -0.22152 -0.00378 -0.23819 0.00312 -0.26435 C 0.00898 -0.28657 0.01276 -0.31551 0.0069 -0.33796 C -0.03385 -0.48981 -0.10078 -0.48541 -0.18685 -0.54004 C -0.2444 -0.52662 -0.30534 -0.53796 -0.35938 -0.5 C -0.44701 -0.43796 -0.428 -0.25162 -0.38932 -0.14444 C -0.32005 0.04815 -0.26784 0.05348 -0.16693 0.1132 C -0.1069 0.07176 -0.03711 0.06042 0.01315 -0.01111 C 0.03477 -0.0419 0.02565 -0.10879 0.02305 -0.15787 C 0.01198 -0.37569 -0.00925 -0.46852 -0.10938 -0.61111 C -0.13307 -0.64467 -0.16602 -0.64953 -0.1944 -0.66875 C -0.23021 -0.58449 -0.28229 -0.51527 -0.30182 -0.41551 C -0.33125 -0.2662 -0.24167 -0.09745 -0.19935 -0.00879 C -0.19635 -0.00254 -0.19023 -0.00602 -0.18568 -0.0044 C -0.18307 -0.02824 -0.1793 -0.05162 -0.17813 -0.07546 C -0.16992 -0.25602 -0.1776 -0.31736 -0.21563 -0.5199 C -0.22682 -0.5794 -0.24297 -0.56898 -0.26797 -0.57106 C -0.26979 -0.53333 -0.27422 -0.4956 -0.27305 -0.45764 C -0.26966 -0.34143 -0.25339 -0.24791 -0.20065 -0.16435 C -0.18516 -0.14027 -0.16068 -0.14514 -0.14063 -0.13565 C -0.12227 -0.16759 -0.09766 -0.19097 -0.08568 -0.23102 C -0.05964 -0.31805 -0.0582 -0.46527 -0.10938 -0.53333 C -0.14036 -0.5743 -0.18438 -0.56597 -0.22188 -0.58217 C -0.26172 -0.55856 -0.31211 -0.56412 -0.3418 -0.51111 C -0.40156 -0.40532 -0.36836 -0.22407 -0.32422 -0.13379 C -0.30586 -0.09514 -0.27422 -0.08588 -0.24922 -0.06227 C -0.22305 -0.07106 -0.19323 -0.06365 -0.17057 -0.08889 C -0.07409 -0.19676 -0.09635 -0.27129 -0.08815 -0.45324 C -0.09727 -0.49467 -0.09688 -0.54838 -0.11563 -0.57777 C -0.22201 -0.74421 -0.23594 -0.71643 -0.34557 -0.71111 C -0.37721 -0.67106 -0.42083 -0.65046 -0.44063 -0.59097 C -0.48125 -0.46967 -0.45742 -0.30902 -0.40065 -0.22222 C -0.37708 -0.18611 -0.34232 -0.18379 -0.31315 -0.16435 C -0.29141 -0.16597 -0.26628 -0.14768 -0.24805 -0.16921 C -0.1513 -0.28264 -0.10104 -0.40764 -0.20313 -0.58657 C -0.23451 -0.64213 -0.28646 -0.64004 -0.32813 -0.6669 C -0.48073 -0.55602 -0.55885 -0.6199 -0.52057 -0.32014 C -0.51445 -0.27199 -0.49063 -0.23703 -0.47565 -0.1956 C -0.44857 -0.20602 -0.41615 -0.19652 -0.3944 -0.22708 C -0.37839 -0.24953 -0.37904 -0.29514 -0.3793 -0.33148 C -0.38112 -0.50486 -0.3987 -0.48009 -0.47422 -0.57338 C -0.52852 -0.55254 -0.58412 -0.54097 -0.63685 -0.51111 C -0.67409 -0.49004 -0.66992 -0.48125 -0.66419 -0.45115 C -0.61615 -0.46759 -0.58359 -0.47708 -0.5306 -0.51111 C -0.48464 -0.54051 -0.43971 -0.57615 -0.39557 -0.61319 C -0.37969 -0.62685 -0.36563 -0.64606 -0.35065 -0.66227 C -0.33906 -0.69305 -0.34089 -0.68426 -0.39922 -0.65578 C -0.44909 -0.63102 -0.49766 -0.59953 -0.54688 -0.57106 C -0.57852 -0.53402 -0.61641 -0.50995 -0.64193 -0.45995 C -0.69023 -0.36527 -0.6306 -0.27569 -0.58685 -0.23565 C -0.56458 -0.21504 -0.53685 -0.22708 -0.51185 -0.22222 C -0.40404 -0.25347 -0.36198 -0.22893 -0.28672 -0.37338 C -0.27865 -0.38935 -0.28438 -0.41666 -0.28307 -0.43773 C -0.29805 -0.44745 -0.31224 -0.4699 -0.32813 -0.46666 C -0.4694 -0.43703 -0.45612 -0.4125 -0.54557 -0.25324 C -0.54349 -0.22083 -0.54544 -0.1868 -0.53932 -0.15555 C -0.53763 -0.14676 -0.52826 -0.13773 -0.52435 -0.14444 C -0.50846 -0.17245 -0.50026 -0.21111 -0.48815 -0.24467 C -0.48568 -0.31412 -0.48229 -0.38356 -0.4806 -0.45324 C -0.4793 -0.5074 -0.48385 -0.56203 -0.47943 -0.61551 C -0.47813 -0.63032 -0.47266 -0.58773 -0.47057 -0.57338 C -0.4655 -0.53657 -0.46224 -0.4993 -0.45807 -0.46227 C -0.45365 -0.18541 -0.50143 -0.06713 -0.38672 -0.22893 C -0.35833 -0.26921 -0.33346 -0.31782 -0.3069 -0.36227 C -0.29648 -0.40069 -0.28307 -0.43703 -0.27565 -0.47777 C -0.27279 -0.49328 -0.2707 -0.51458 -0.27682 -0.52662 C -0.28385 -0.54004 -0.29688 -0.53402 -0.3069 -0.53773 C -0.33555 -0.50671 -0.36927 -0.48657 -0.39297 -0.44444 C -0.43333 -0.37361 -0.42539 -0.25926 -0.42813 -0.17338 C -0.42422 -0.15787 -0.42604 -0.12199 -0.4168 -0.12662 C -0.36628 -0.15254 -0.31341 -0.30926 -0.28932 -0.3669 C -0.28398 -0.39421 -0.27669 -0.4206 -0.27305 -0.44884 C -0.27162 -0.46041 -0.26914 -0.4919 -0.27422 -0.48449 C -0.28451 -0.4699 -0.28607 -0.44282 -0.2918 -0.42222 C -0.29453 -0.24467 -0.31159 -0.26782 -0.25182 -0.13102 C -0.24896 -0.12453 -0.24271 -0.12662 -0.23815 -0.12453 C -0.19362 -0.1493 -0.08984 -0.20463 -0.05195 -0.23773 C -0.02656 -0.25995 -0.00521 -0.29398 0.0181 -0.32222 C 0.02305 -0.33565 0.03151 -0.34652 0.03307 -0.36227 C 0.03372 -0.36875 0.02513 -0.37662 0.02305 -0.37106 C 0.01107 -0.33958 0.0056 -0.30139 -0.00313 -0.26666 C 0.00521 -0.21782 0.01055 -0.1669 0.02187 -0.1199 C 0.02396 -0.11157 0.03047 -0.10555 0.03555 -0.10671 C 0.04284 -0.1081 0.04805 -0.1199 0.0543 -0.12662 C 0.07643 -0.18449 0.10013 -0.24027 0.12057 -0.3 C 0.13398 -0.33958 0.14466 -0.38078 0.1556 -0.42222 C 0.1569 -0.42685 0.15924 -0.44074 0.1569 -0.43773 C 0.11979 -0.3919 0.08828 -0.33171 0.04935 -0.2912 C -0.03997 -0.19815 0.0043 -0.22546 -0.0806 -0.1956 C -0.17331 -0.20694 -0.22057 -0.20486 -0.31315 -0.25324 C -0.3349 -0.26481 -0.35391 -0.28889 -0.37422 -0.30671 C -0.37813 -0.37546 -0.38464 -0.36527 -0.33438 -0.41551 C -0.27969 -0.4706 -0.17826 -0.51018 -0.12682 -0.53541 C -0.09896 -0.53032 -0.05872 -0.56157 -0.0431 -0.5199 C -0.01992 -0.4581 -0.09505 -0.33148 -0.11185 -0.29768 C -0.11784 -0.2662 -0.12161 -0.24815 -0.0832 -0.36227 C -0.07786 -0.37801 -0.07565 -0.39629 -0.07188 -0.41342 C -0.07057 -0.43171 -0.06732 -0.43102 -0.07188 -0.43102 " pathEditMode="relative" rAng="0" ptsTypes="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10" dur="12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089" y="-3997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.0819 -0.05115 L 0.0819 -0.05092 C 0.07604 -0.05486 0.07031 -0.05926 0.06432 -0.06226 C 0.06107 -0.06388 0.05768 -0.06458 0.0543 -0.06435 C 0.02643 -0.06388 -0.00143 -0.06157 -0.02943 -0.05995 C -0.07083 -0.04768 -0.04323 -0.05509 -0.14193 -0.06226 C -0.14779 -0.06273 -0.15352 -0.06527 -0.15938 -0.06666 C -0.16875 -0.06875 -0.18203 -0.0706 -0.19063 -0.07338 C -0.1974 -0.07569 -0.20404 -0.07893 -0.21068 -0.08217 C -0.21771 -0.08588 -0.22982 -0.09444 -0.23815 -0.09768 C -0.24063 -0.09884 -0.2431 -0.0993 -0.24557 -0.1 C -0.24766 -0.10231 -0.24961 -0.10509 -0.25182 -0.10671 C -0.2543 -0.1081 -0.2569 -0.1081 -0.25938 -0.10879 C -0.26354 -0.11018 -0.26771 -0.1118 -0.27188 -0.11342 C -0.30143 -0.1118 -0.33112 -0.11134 -0.36055 -0.10879 C -0.36524 -0.10856 -0.36979 -0.10578 -0.37422 -0.10439 C -0.38255 -0.10208 -0.39089 -0.0993 -0.39922 -0.09768 C -0.4194 -0.09421 -0.43932 -0.09189 -0.45938 -0.08888 C -0.51849 -0.07986 -0.45886 -0.08888 -0.50807 -0.08009 C -0.51732 -0.07824 -0.52643 -0.07708 -0.53568 -0.07546 L -0.56068 -0.07106 C -0.58685 -0.07176 -0.61315 -0.07129 -0.63932 -0.07338 C -0.64128 -0.07338 -0.64297 -0.07569 -0.6444 -0.07777 C -0.64597 -0.08009 -0.64688 -0.08379 -0.64818 -0.08657 C -0.65287 -0.11157 -0.65078 -0.09444 -0.64818 -0.13564 C -0.64766 -0.14351 -0.64779 -0.15046 -0.64688 -0.15787 C -0.64505 -0.17245 -0.64115 -0.17824 -0.63568 -0.18888 C -0.6336 -0.19328 -0.63203 -0.19814 -0.62943 -0.2 C -0.62474 -0.20393 -0.6194 -0.20463 -0.61432 -0.20671 C -0.59636 -0.21574 -0.59401 -0.21828 -0.57435 -0.22453 C -0.56524 -0.22731 -0.55599 -0.22893 -0.54688 -0.23101 C -0.51927 -0.22708 -0.48438 -0.22754 -0.4569 -0.20879 C -0.42044 -0.18402 -0.39336 -0.15787 -0.36055 -0.12245 C -0.33841 -0.09814 -0.35052 -0.10995 -0.33438 -0.08449 C -0.33034 -0.07824 -0.32591 -0.07268 -0.32188 -0.06666 C -0.3181 -0.06088 -0.31524 -0.05277 -0.31068 -0.04884 C -0.29623 -0.0368 -0.2806 -0.02963 -0.26563 -0.0199 C -0.2586 -0.02083 -0.25143 -0.0199 -0.2444 -0.02222 C -0.24206 -0.02291 -0.24037 -0.02708 -0.23815 -0.02893 C -0.23281 -0.0331 -0.22735 -0.0368 -0.22188 -0.04004 C -0.21992 -0.0412 -0.21771 -0.04143 -0.21563 -0.04213 C -0.20768 -0.04583 -0.19974 -0.04953 -0.19193 -0.05324 C -0.18985 -0.05277 -0.17031 -0.04814 -0.1944 -0.04884 L -0.4293 -0.05787 C -0.46146 -0.05625 -0.49349 -0.05254 -0.52565 -0.05324 C -0.52695 -0.05347 -0.52708 -0.05763 -0.52682 -0.05995 C -0.52656 -0.06319 -0.52552 -0.0662 -0.52435 -0.06898 C -0.52253 -0.07314 -0.51979 -0.07592 -0.5181 -0.08009 C -0.51537 -0.08634 -0.51354 -0.09375 -0.51068 -0.1 C -0.50768 -0.10648 -0.50365 -0.11134 -0.50065 -0.11782 C -0.49688 -0.12569 -0.4944 -0.13472 -0.49063 -0.14213 C -0.48542 -0.15254 -0.47956 -0.16111 -0.47422 -0.17106 C -0.45951 -0.2 -0.43711 -0.2625 -0.4293 -0.28217 C -0.42891 -0.28495 -0.42813 -0.28657 -0.42813 -0.28888 C -0.42813 -0.29189 -0.42813 -0.3 -0.4293 -0.29768 C -0.43386 -0.28981 -0.43607 -0.27847 -0.43932 -0.26898 C -0.43789 -0.25277 -0.43815 -0.24537 -0.43555 -0.27546 C -0.43281 -0.30902 -0.43047 -0.34213 -0.42813 -0.37546 C -0.42891 -0.46875 -0.42969 -0.56226 -0.43047 -0.65578 C -0.43099 -0.68888 -0.43034 -0.72245 -0.4319 -0.75555 C -0.43203 -0.75879 -0.43333 -0.7493 -0.43438 -0.74652 C -0.4375 -0.73888 -0.44154 -0.7324 -0.4444 -0.7243 C -0.45521 -0.69444 -0.46576 -0.66458 -0.47565 -0.63333 C -0.49115 -0.58379 -0.5207 -0.50185 -0.5306 -0.43333 C -0.53229 -0.42083 -0.53307 -0.4081 -0.53438 -0.39583 C -0.53399 -0.37847 -0.53529 -0.36111 -0.53307 -0.34444 C -0.53281 -0.34143 -0.52917 -0.34444 -0.52813 -0.34652 C -0.50612 -0.39097 -0.48399 -0.43472 -0.46432 -0.48217 C -0.45847 -0.49652 -0.45586 -0.51458 -0.45182 -0.53101 C -0.4418 -0.57314 -0.44375 -0.5662 -0.43815 -0.60902 C -0.43854 -0.61921 -0.43763 -0.63009 -0.43932 -0.64004 C -0.43972 -0.64213 -0.44206 -0.63888 -0.44297 -0.63796 C -0.44662 -0.63402 -0.45039 -0.63009 -0.45313 -0.6243 C -0.45716 -0.61643 -0.46016 -0.60694 -0.46315 -0.59791 C -0.47266 -0.56782 -0.48151 -0.53703 -0.49063 -0.50671 C -0.49336 -0.47731 -0.49818 -0.43472 -0.49818 -0.40439 C -0.49818 -0.38055 -0.49649 -0.35717 -0.49557 -0.33333 C -0.49193 -0.33564 -0.48711 -0.33472 -0.48438 -0.34004 C -0.46328 -0.38032 -0.46302 -0.39189 -0.4543 -0.43541 C -0.45339 -0.44745 -0.45117 -0.45926 -0.45182 -0.47106 C -0.45599 -0.53796 -0.45521 -0.54236 -0.47057 -0.58217 C -0.47201 -0.58611 -0.47396 -0.58981 -0.47565 -0.59328 C -0.48307 -0.54375 -0.49128 -0.49444 -0.49818 -0.44444 C -0.50052 -0.42685 -0.50287 -0.40902 -0.50313 -0.39097 C -0.50378 -0.34583 -0.50248 -0.30092 -0.50065 -0.25601 C -0.5 -0.23981 -0.49831 -0.23935 -0.4931 -0.23333 C -0.47422 -0.28495 -0.45287 -0.3331 -0.43672 -0.38657 C -0.42813 -0.41666 -0.42409 -0.49676 -0.42188 -0.52893 C -0.42396 -0.59467 -0.42552 -0.66064 -0.42813 -0.72662 C -0.42826 -0.72893 -0.42917 -0.72245 -0.4293 -0.7199 C -0.42995 -0.71435 -0.43034 -0.7081 -0.43047 -0.70231 C -0.43138 -0.68726 -0.43229 -0.67245 -0.43307 -0.65763 C -0.43138 -0.63564 -0.44557 -0.39097 -0.39557 -0.32013 C -0.39206 -0.31481 -0.38724 -0.3125 -0.38307 -0.30902 C -0.37774 -0.30972 -0.37097 -0.30486 -0.3668 -0.31111 C -0.34597 -0.34189 -0.37865 -0.38217 -0.38555 -0.39768 C -0.39297 -0.38449 -0.40091 -0.37314 -0.40547 -0.35555 C -0.40847 -0.3449 -0.40964 -0.33333 -0.41172 -0.32222 C -0.4155 -0.27847 -0.41745 -0.28217 -0.4043 -0.22708 C -0.40339 -0.22291 -0.40013 -0.22384 -0.39805 -0.22222 C -0.37461 -0.23611 -0.38555 -0.22615 -0.36563 -0.31111 C -0.35899 -0.33958 -0.35599 -0.39305 -0.35313 -0.42222 C -0.34922 -0.46226 -0.34479 -0.50208 -0.34063 -0.54213 C -0.33985 -0.57338 -0.33841 -0.60439 -0.33815 -0.63564 C -0.33802 -0.64606 -0.33659 -0.6574 -0.33932 -0.66689 C -0.3405 -0.67037 -0.34375 -0.6625 -0.34557 -0.65995 C -0.34961 -0.65439 -0.35326 -0.64861 -0.3569 -0.64213 C -0.37774 -0.60347 -0.37305 -0.60902 -0.38815 -0.55555 C -0.39922 -0.40717 -0.40807 -0.37638 -0.3944 -0.22708 C -0.39375 -0.21944 -0.38763 -0.21782 -0.38438 -0.21342 C -0.38255 -0.21481 -0.38073 -0.21574 -0.3793 -0.21782 C -0.37083 -0.23287 -0.35573 -0.27361 -0.35065 -0.28657 C -0.33255 -0.43958 -0.32005 -0.47129 -0.3306 -0.61551 C -0.33112 -0.62268 -0.33646 -0.62592 -0.33932 -0.63101 C -0.34401 -0.62754 -0.34974 -0.62638 -0.35313 -0.6199 C -0.38503 -0.55949 -0.37761 -0.55185 -0.38438 -0.46666 C -0.3819 -0.45115 -0.38255 -0.43263 -0.37682 -0.4199 C -0.35 -0.3625 -0.33789 -0.39259 -0.30443 -0.41342 C -0.30104 -0.42152 -0.29701 -0.4287 -0.2944 -0.43773 C -0.28763 -0.46064 -0.28451 -0.49953 -0.2819 -0.52222 C -0.28307 -0.52592 -0.2832 -0.53379 -0.28568 -0.53333 C -0.28867 -0.53263 -0.28867 -0.52407 -0.29063 -0.5199 C -0.29453 -0.51134 -0.29896 -0.5037 -0.30313 -0.4956 C -0.33841 -0.34513 -0.3319 -0.40787 -0.3319 -0.20671 L -0.32813 -0.2 C -0.32018 -0.20509 -0.31081 -0.20601 -0.30443 -0.21574 C -0.2582 -0.28657 -0.2655 -0.34213 -0.25065 -0.45555 C -0.25143 -0.45856 -0.2513 -0.46365 -0.25313 -0.46435 C -0.25456 -0.46504 -0.25482 -0.45995 -0.2556 -0.45763 C -0.25781 -0.45115 -0.25977 -0.44444 -0.26185 -0.43773 C -0.26432 -0.41412 -0.2694 -0.37338 -0.2681 -0.35115 C -0.26654 -0.32245 -0.2638 -0.29351 -0.25807 -0.26666 C -0.2556 -0.25486 -0.24935 -0.24699 -0.2444 -0.23773 C -0.24011 -0.23032 -0.2362 -0.2206 -0.2306 -0.21574 C -0.21302 -0.19976 -0.19401 -0.18888 -0.17565 -0.17569 C -0.17318 -0.17708 -0.1707 -0.1787 -0.1681 -0.18032 C -0.16654 -0.18078 -0.16485 -0.1824 -0.16315 -0.18217 C -0.15847 -0.18194 -0.15391 -0.17916 -0.14935 -0.17777 C -0.14479 -0.17106 -0.13998 -0.16481 -0.13568 -0.15787 C -0.12214 -0.13564 -0.11849 -0.125 -0.1056 -0.10671 C -0.10326 -0.10324 -0.10065 -0.10069 -0.09818 -0.09768 C -0.09531 -0.09467 -0.09206 -0.09259 -0.08945 -0.08888 C -0.06576 -0.05532 -0.09063 -0.08657 -0.07318 -0.05555 C -0.07188 -0.05324 -0.06979 -0.05254 -0.0681 -0.05115 C -0.06576 -0.0493 -0.06107 -0.04583 -0.0582 -0.04444 C -0.04714 -0.03888 -0.05833 -0.04537 -0.04935 -0.04004 C 0.01484 -0.05277 -0.04701 -0.03726 0.02435 -0.06666 C 0.0289 -0.06851 0.03359 -0.06782 0.03815 -0.06898 C 0.04271 -0.0699 0.04726 -0.07199 0.05182 -0.07338 C 0.05482 -0.0743 0.05768 -0.07476 0.06055 -0.07546 C 0.06471 -0.07476 0.06979 -0.07777 0.07305 -0.07338 C 0.07487 -0.07106 0.07292 -0.06226 0.07057 -0.06226 C 0.04479 -0.06088 0.01888 -0.06574 -0.0069 -0.06898 C -0.02448 -0.07106 -0.0418 -0.07569 -0.05938 -0.07777 C -0.07774 -0.08009 -0.0961 -0.07986 -0.11432 -0.08217 C -0.15104 -0.08726 -0.18776 -0.09398 -0.22435 -0.1 C -0.25938 -0.08888 -0.29453 -0.07939 -0.32943 -0.06666 C -0.33112 -0.06597 -0.3349 -0.06041 -0.33307 -0.05995 C -0.3293 -0.05879 -0.32565 -0.06296 -0.32188 -0.06435 C -0.30274 -0.07245 -0.28347 -0.07986 -0.26432 -0.08888 L -0.22682 -0.10671 C -0.21276 -0.11296 -0.19831 -0.11782 -0.18438 -0.12453 C -0.16081 -0.13703 -0.13724 -0.14907 -0.11432 -0.16435 C -0.10091 -0.17338 -0.08711 -0.1824 -0.07565 -0.19814 C -0.06927 -0.20625 -0.06862 -0.20532 -0.07565 -0.20231 C -0.07904 -0.19699 -0.08281 -0.19259 -0.08568 -0.1868 C -0.11615 -0.12407 -0.11875 -0.12592 -0.1319 -0.06666 C -0.13594 -0.04838 -0.13932 -0.02963 -0.1431 -0.01111 C -0.14232 -0.00439 -0.14388 0.0051 -0.14063 0.0088 C -0.12943 0.02153 -0.12878 -0.00162 -0.12682 -0.00879 C -0.12591 -0.01273 -0.12435 -0.0162 -0.12318 -0.0199 C -0.12227 -0.04676 -0.11849 -0.07361 -0.12057 -0.1 C -0.12474 -0.1493 -0.13425 -0.19652 -0.14193 -0.24467 C -0.14414 -0.25926 -0.14753 -0.27268 -0.15065 -0.28657 C -0.15208 -0.29328 -0.14792 -0.27361 -0.14688 -0.26666 C -0.13542 -0.19421 -0.12774 -0.11967 -0.11315 -0.04884 C -0.11276 -0.04699 -0.08047 0.08218 -0.05938 0.10209 C -0.05313 0.10811 -0.04518 0.10371 -0.03815 0.1044 C -0.03477 0.10139 -0.03125 0.09931 -0.02813 0.09561 C -0.02083 0.08704 -0.01576 0.07616 -0.01185 0.06227 C -0.0043 0.03449 0.00208 0.00579 0.00937 -0.02222 C 0.01653 -0.04976 0.04752 -0.15463 0.04935 -0.15995 C 0.05898 -0.18842 0.08542 -0.27523 0.07812 -0.24467 C 0.07435 -0.22893 0.06992 -0.21412 0.0668 -0.19814 C 0.05859 -0.1537 0.05182 -0.10879 0.0444 -0.06435 C 0.04219 -0.01944 0.03854 0.01644 0.04687 0.06227 C 0.04778 0.06713 0.05273 0.06366 0.0556 0.06436 C 0.07526 0.04699 0.08164 0.04561 0.09557 0.02223 C 0.09883 0.0169 0.10195 0.01088 0.1043 0.0044 C 0.12239 -0.04375 0.12734 -0.05231 0.13437 -0.09768 C 0.13594 -0.1081 0.13646 -0.11875 0.13815 -0.12893 C 0.15508 -0.23726 0.14088 -0.13217 0.15065 -0.20671 C 0.15104 -0.17708 0.15104 -0.14745 0.15182 -0.11782 C 0.15273 -0.08912 0.15338 -0.06736 0.16185 -0.04213 C 0.16354 -0.03726 0.1668 -0.03472 0.1694 -0.03101 C 0.18255 -0.0324 0.19609 -0.02754 0.2069 -0.04444 C 0.21068 -0.05046 0.21263 -0.05926 0.21562 -0.06666 C 0.2194 -0.09259 0.22513 -0.11782 0.22682 -0.14444 C 0.23307 -0.24074 0.23437 -0.23819 0.2194 -0.21111 C 0.21028 -0.13055 0.20937 -0.12916 0.20807 0.00232 C 0.20742 0.07778 0.20534 0.06806 0.2168 0.10209 C 0.22161 0.13612 0.21693 0.09885 0.19805 0.04885 C 0.19219 0.03311 0.18581 0.0176 0.17812 0.0044 C 0.08828 -0.15092 0.12265 -0.10393 0.00182 -0.17569 C -0.00977 -0.17338 -0.02188 -0.17476 -0.0332 -0.16921 C -0.03906 -0.16597 -0.04362 -0.15648 -0.04818 -0.14884 C -0.06146 -0.12685 -0.07513 -0.10486 -0.08685 -0.08009 C -0.11706 -0.01643 -0.09414 -0.02731 -0.11432 -0.0199 C -0.1181 -0.02152 -0.12201 -0.02199 -0.12565 -0.02453 C -0.12878 -0.02662 -0.13112 -0.03148 -0.13438 -0.03333 C -0.13919 -0.03611 -0.1444 -0.03657 -0.14935 -0.03773 C -0.15938 -0.04027 -0.1694 -0.04213 -0.17943 -0.04444 C -0.20026 -0.06157 -0.22175 -0.07615 -0.24193 -0.0956 C -0.27383 -0.12638 -0.29141 -0.14676 -0.3319 -0.16273 C -0.36511 -0.17476 -0.39922 -0.17708 -0.43307 -0.18449 C -0.48646 -0.17963 -0.48581 -0.19004 -0.53568 -0.14027 C -0.56419 -0.11134 -0.59102 -0.07731 -0.6181 -0.04444 C -0.63985 -0.01828 -0.62097 -0.03657 -0.63568 -0.01342 C -0.63698 -0.01111 -0.63893 -0.01041 -0.64063 -0.00879 C -0.63815 -0.01713 -0.63542 -0.025 -0.63307 -0.03333 C -0.63086 -0.04143 -0.6293 -0.05 -0.62682 -0.05787 C -0.62383 -0.06782 -0.62005 -0.07685 -0.61693 -0.08657 C -0.61341 -0.09768 -0.61029 -0.10902 -0.6069 -0.1199 C -0.60456 -0.12754 -0.6013 -0.13426 -0.59935 -0.14213 C -0.58919 -0.18356 -0.58529 -0.22546 -0.56693 -0.25787 C -0.55781 -0.27384 -0.5625 -0.26875 -0.55313 -0.27546 C -0.55026 -0.27407 -0.54688 -0.27384 -0.5444 -0.27106 C -0.53125 -0.25787 -0.52761 -0.24051 -0.51563 -0.22222 C -0.50703 -0.20926 -0.49662 -0.2 -0.48815 -0.1868 C -0.46367 -0.14768 -0.47149 -0.13541 -0.43815 -0.10671 C -0.39076 -0.06574 -0.34141 -0.03263 -0.2931 0.0044 C -0.27735 0.00232 -0.26081 0.00579 -0.24557 -0.00231 C -0.2388 -0.00578 -0.23516 -0.01921 -0.2306 -0.02893 C -0.22891 -0.03263 -0.228 -0.03773 -0.22682 -0.04213 C -0.22552 -0.04745 -0.22422 -0.05254 -0.22318 -0.05787 C -0.21914 -0.07847 -0.2207 -0.10486 -0.21185 -0.1199 C -0.19063 -0.15671 -0.13685 -0.20625 -0.10313 -0.22222 C -0.08841 -0.22916 -0.07318 -0.23101 -0.0582 -0.23564 C -0.00143 -0.27384 0.02422 -0.28495 0.07435 -0.34213 C 0.12539 -0.40092 0.07018 -0.37523 0.1431 -0.44004 C 0.14648 -0.44282 0.14948 -0.44745 0.15312 -0.44884 C 0.15963 -0.45115 0.1664 -0.45046 0.17305 -0.45115 C 0.19414 -0.48842 0.18502 -0.4743 0.19935 -0.4956 C 0.20013 -0.5 0.20078 -0.50463 0.20182 -0.50879 C 0.20299 -0.51342 0.20547 -0.51713 0.2056 -0.52222 C 0.20599 -0.53935 0.21002 -0.56134 0.20312 -0.57338 C 0.13008 -0.69838 0.1375 -0.68958 0.0793 -0.7 C 0.05898 -0.68657 0.0345 -0.68541 0.0181 -0.65995 C -0.025 -0.59305 -0.05794 -0.5074 -0.0944 -0.42893 C -0.09922 -0.41828 -0.10039 -0.40324 -0.1056 -0.39328 C -0.13386 -0.33958 -0.13099 -0.34351 -0.15313 -0.32662 C -0.16328 -0.32986 -0.17995 -0.32986 -0.18932 -0.34444 C -0.1974 -0.35717 -0.20469 -0.3706 -0.21185 -0.38449 C -0.2224 -0.40463 -0.21953 -0.40856 -0.23307 -0.42662 C -0.24896 -0.44791 -0.26276 -0.47731 -0.2819 -0.48657 C -0.29102 -0.49097 -0.30013 -0.49629 -0.30938 -0.5 C -0.38646 -0.52963 -0.52018 -0.51435 -0.56185 -0.51551 C -0.55781 -0.55185 -0.56224 -0.52731 -0.5569 -0.54444 C -0.55391 -0.5537 -0.553 -0.5618 -0.54818 -0.56875 C -0.54505 -0.57338 -0.54128 -0.57592 -0.53815 -0.57986 C -0.52487 -0.59699 -0.52565 -0.60185 -0.50938 -0.61319 C -0.50547 -0.61597 -0.50104 -0.6162 -0.49688 -0.61782 C -0.4638 -0.59027 -0.42708 -0.57453 -0.39805 -0.53541 C -0.36667 -0.49305 -0.32865 -0.34213 -0.31068 -0.28657 C -0.29727 -0.24629 -0.28268 -0.20625 -0.2681 -0.16666 C -0.26354 -0.15463 -0.25899 -0.14189 -0.25313 -0.13101 C -0.2418 -0.11041 -0.23125 -0.0868 -0.21693 -0.07338 L -0.17188 -0.03101 C -0.14727 -0.03865 -0.11862 -0.04305 -0.0944 -0.05995 C -0.08711 -0.06504 -0.08034 -0.07222 -0.07318 -0.07777 C -0.06485 -0.08402 -0.05638 -0.08912 -0.04818 -0.0956 C -0.03958 -0.10231 -0.03164 -0.11134 -0.02318 -0.11782 C -0.00156 -0.13541 0.02018 -0.15185 0.0418 -0.16921 C 0.04388 -0.16805 0.04713 -0.17013 0.04805 -0.16666 C 0.04896 -0.16435 0.0457 -0.1618 0.0444 -0.15995 C 0.04036 -0.15463 0.03659 -0.14768 0.0319 -0.14444 C 0.02018 -0.13634 0.00781 -0.13125 -0.00443 -0.12662 C -0.05222 -0.10833 -0.13138 -0.09768 -0.1694 -0.0956 C -0.25938 -0.09051 -0.34935 -0.09259 -0.43932 -0.0912 L -0.48685 -0.09768 C -0.48854 -0.09814 -0.49193 -0.09699 -0.49193 -0.1 C -0.48945 -0.20463 -0.48646 -0.30949 -0.47943 -0.41342 C -0.47813 -0.43101 -0.47188 -0.44652 -0.4668 -0.46226 C -0.46172 -0.47777 -0.45612 -0.49305 -0.44922 -0.50671 C -0.42656 -0.55254 -0.378 -0.58888 -0.3543 -0.60902 C -0.34649 -0.61551 -0.33776 -0.61782 -0.32943 -0.62222 C -0.30352 -0.60509 -0.27643 -0.59328 -0.25182 -0.57106 C -0.24675 -0.56643 -0.24597 -0.55347 -0.2431 -0.54444 C -0.24089 -0.53703 -0.2388 -0.52963 -0.23685 -0.52222 C -0.23307 -0.5074 -0.23047 -0.49166 -0.22565 -0.47777 C -0.22031 -0.4625 -0.21328 -0.4493 -0.2069 -0.43541 C -0.19896 -0.41851 -0.19154 -0.40532 -0.1819 -0.39097 C -0.17708 -0.38402 -0.17279 -0.375 -0.16693 -0.37106 C -0.15117 -0.36064 -0.13438 -0.35625 -0.1181 -0.34907 C -0.07969 -0.35115 -0.07344 -0.33958 -0.0431 -0.39768 L -0.01315 -0.45555 C -0.01107 -0.46504 -0.0086 -0.47453 -0.0069 -0.48449 C -0.00612 -0.48865 -0.00417 -0.49421 -0.0056 -0.49768 C -0.01628 -0.52268 -0.0211 -0.51759 -0.03438 -0.52662 C -0.03906 -0.52986 -0.04362 -0.53402 -0.04818 -0.53773 C -0.08399 -0.51041 -0.12005 -0.48426 -0.1556 -0.45555 C -0.20235 -0.41828 -0.16445 -0.43912 -0.21563 -0.39328 C -0.25599 -0.3574 -0.29453 -0.31226 -0.33815 -0.2912 C -0.4957 -0.21643 -0.25222 -0.33472 -0.41315 -0.24676 C -0.49818 -0.20023 -0.44922 -0.24143 -0.48815 -0.20671 C -0.49024 -0.21041 -0.49466 -0.2125 -0.4944 -0.21782 C -0.48998 -0.28495 -0.48464 -0.3 -0.46432 -0.34652 C -0.41315 -0.46435 -0.40378 -0.49213 -0.34935 -0.58217 C -0.33998 -0.59791 -0.32123 -0.62592 -0.3069 -0.63333 C -0.29427 -0.63981 -0.28099 -0.64213 -0.2681 -0.64652 C -0.26432 -0.64282 -0.26029 -0.64051 -0.2569 -0.63564 C -0.25274 -0.62963 -0.24896 -0.62291 -0.24557 -0.61551 C -0.21888 -0.55671 -0.22383 -0.54097 -0.20065 -0.44884 C -0.19167 -0.41342 -0.14896 -0.18842 -0.10313 -0.10671 C -0.09649 -0.09467 -0.08893 -0.08379 -0.0806 -0.07546 C -0.06667 -0.06157 -0.05143 -0.05185 -0.03685 -0.04004 C -0.01524 -0.04143 0.00651 -0.04213 0.02812 -0.04444 C 0.03945 -0.04583 0.05156 -0.04282 0.06185 -0.05115 C 0.07539 -0.06203 0.08555 -0.0831 0.09687 -0.1 C 0.11419 -0.12569 0.11419 -0.12801 0.12682 -0.15555 C 0.1289 -0.16597 0.13151 -0.17592 0.13307 -0.1868 C 0.13398 -0.19236 0.13698 -0.20069 0.13437 -0.20463 C 0.125 -0.21736 0.09622 -0.22129 0.08555 -0.22222 C 0.04557 -0.22592 0.0056 -0.2287 -0.03438 -0.23101 C -0.05456 -0.22546 -0.10052 -0.21342 -0.12188 -0.20463 C -0.15117 -0.19213 -0.17969 -0.17338 -0.20938 -0.16435 C -0.2336 -0.15694 -0.30521 -0.15023 -0.33932 -0.14676 L -0.5069 -0.15555 C -0.51341 -0.15625 -0.51289 -0.15949 -0.51432 -0.16666 C -0.51485 -0.17569 -0.51667 -0.18518 -0.51563 -0.19328 C -0.51003 -0.23842 -0.50664 -0.28588 -0.4944 -0.32662 C -0.48399 -0.36134 -0.44883 -0.40856 -0.42682 -0.42893 C -0.41563 -0.43935 -0.4043 -0.45138 -0.3918 -0.45555 C -0.36888 -0.46319 -0.34518 -0.46134 -0.32188 -0.46435 C -0.30664 -0.45995 -0.27539 -0.45347 -0.26185 -0.43773 C -0.24362 -0.41666 -0.22852 -0.38773 -0.21185 -0.36226 C -0.1944 -0.30439 -0.17526 -0.24814 -0.15938 -0.18888 C -0.14935 -0.15162 -0.14518 -0.10972 -0.13438 -0.07338 C -0.12643 -0.04676 -0.1194 -0.01921 -0.11068 0.00672 C -0.10847 0.01297 -0.10195 0.02223 -0.10195 0.02246 C -0.09518 0.02084 -0.08841 0.02084 -0.0819 0.01783 C -0.07865 0.01621 -0.07591 0.01227 -0.07318 0.0088 C -0.03373 -0.0412 -0.04388 -0.03287 -0.00195 -0.11782 C 0.00039 -0.1456 0.00195 -0.15208 -0.0082 -0.18888 C -0.0125 -0.20486 -0.04297 -0.24213 -0.04818 -0.24676 C -0.14701 -0.33472 -0.12474 -0.30463 -0.25807 -0.31782 C -0.28229 -0.30416 -0.34883 -0.26944 -0.38047 -0.24213 C -0.38945 -0.23495 -0.39714 -0.22453 -0.40547 -0.21574 C -0.41888 -0.18449 -0.43255 -0.15393 -0.44557 -0.12245 C -0.44714 -0.11828 -0.45013 -0.10416 -0.44922 -0.10879 C -0.44779 -0.11875 -0.44505 -0.12824 -0.44297 -0.13773 C -0.43789 -0.24976 -0.43138 -0.36921 -0.4418 -0.47777 C -0.44896 -0.55069 -0.44688 -0.25601 -0.44688 -0.25532 C -0.44649 -0.2037 -0.44492 -0.04814 -0.44557 -0.1 C -0.44688 -0.18032 -0.4474 -0.25995 -0.44805 -0.34004 C -0.44909 -0.4456 -0.44909 -0.55023 -0.45065 -0.65578 C -0.45091 -0.67916 -0.45222 -0.70301 -0.45313 -0.72662 C -0.45456 -0.76203 -0.45521 -0.77268 -0.4569 -0.80208 C -0.46055 -0.60856 -0.46042 -0.60694 -0.4668 -0.35115 C -0.46758 -0.32592 -0.46849 -0.30092 -0.4694 -0.27546 C -0.46888 -0.24143 -0.46966 -0.20763 -0.46797 -0.17338 C -0.46784 -0.16805 -0.46615 -0.18356 -0.46563 -0.18888 C -0.46445 -0.2 -0.46445 -0.21134 -0.46315 -0.22222 C -0.45912 -0.25439 -0.45521 -0.28657 -0.44922 -0.31782 C -0.41784 -0.48611 -0.42474 -0.46782 -0.3694 -0.65578 L -0.35547 -0.70231 C -0.35482 -0.69583 -0.35326 -0.68888 -0.35313 -0.68217 C -0.34701 -0.22384 -0.38672 -0.36898 -0.34688 -0.22708 C -0.33685 -0.27129 -0.34662 -0.22407 -0.33815 -0.28217 C -0.33125 -0.32986 -0.32162 -0.38217 -0.31563 -0.43101 C -0.30456 -0.52152 -0.31875 -0.4449 -0.29557 -0.57338 C -0.29492 -0.57731 -0.2931 -0.58078 -0.29193 -0.58449 C -0.28581 -0.5199 -0.29219 -0.59074 -0.28815 -0.4199 C -0.28763 -0.3993 -0.28659 -0.37847 -0.28568 -0.35763 C -0.27787 -0.18125 -0.28789 -0.2449 -0.27057 -0.15324 C -0.26693 -0.15787 -0.26289 -0.1618 -0.25938 -0.16666 C -0.24024 -0.19351 -0.20599 -0.26597 -0.20065 -0.28009 C -0.1931 -0.2993 -0.18503 -0.31782 -0.17813 -0.33796 C -0.09727 -0.57245 -0.14167 -0.49838 -0.0944 -0.57338 C -0.09167 -0.58287 -0.09089 -0.58981 -0.09063 -0.56875 C -0.08945 -0.48819 -0.08893 -0.4074 -0.08815 -0.32662 C -0.03646 -0.47963 -0.08685 -0.32731 -0.03685 -0.48888 C -0.0293 -0.51365 -0.02253 -0.53958 -0.01315 -0.56226 L 0.00807 -0.61319 C 0.01015 -0.60833 0.0125 -0.60347 0.01432 -0.59791 C 0.01653 -0.59143 0.02383 -0.5618 0.02435 -0.55995 C 0.0319 -0.53333 0.04062 -0.50671 0.05182 -0.48449 C 0.0556 -0.47685 0.06107 -0.47245 0.06562 -0.46666 C 0.0694 -0.46736 0.07422 -0.46412 0.07682 -0.46875 C 0.11667 -0.53958 0.09453 -0.51157 0.11055 -0.55763 C 0.11354 -0.5662 0.11758 -0.57361 0.12057 -0.58217 C 0.12721 -0.60046 0.13307 -0.61921 0.13932 -0.63796 C 0.14752 -0.6618 0.14036 -0.63888 0.1444 -0.65578 C 0.14505 -0.65856 0.14505 -0.66412 0.14687 -0.66458 C 0.16888 -0.66782 0.19101 -0.6662 0.21315 -0.66689 C 0.21015 -0.67384 0.20521 -0.68796 0.20065 -0.69351 C 0.19258 -0.70231 0.18411 -0.70995 0.17565 -0.71759 C 0.172 -0.72106 0.16797 -0.72314 0.16432 -0.72662 C 0.15599 -0.73495 0.15677 -0.73935 0.14805 -0.74444 C 0.13398 -0.75301 0.12838 -0.75347 0.11432 -0.75763 L -0.01693 -0.75324 C -0.02357 -0.75301 -0.03021 -0.75092 -0.03685 -0.75092 L -0.23438 -0.75763 C -0.23932 -0.75926 -0.24453 -0.75926 -0.24935 -0.76203 C -0.25182 -0.76365 -0.2543 -0.76574 -0.2569 -0.76666 C -0.26393 -0.76875 -0.2711 -0.76921 -0.27813 -0.77106 C -0.28021 -0.77152 -0.28229 -0.77291 -0.28438 -0.77314 C -0.31107 -0.77731 -0.32722 -0.77801 -0.35313 -0.77986 C -0.36016 -0.77916 -0.36732 -0.77893 -0.37422 -0.77777 C -0.37565 -0.77754 -0.37682 -0.77615 -0.37813 -0.77546 C -0.38386 -0.77291 -0.38828 -0.77245 -0.3944 -0.77106 L -0.4319 -0.75324 C -0.43399 -0.75208 -0.43607 -0.75069 -0.43815 -0.74884 C -0.4418 -0.74537 -0.44544 -0.73842 -0.44805 -0.73333 C -0.45664 -0.71643 -0.46511 -0.69953 -0.47305 -0.68217 C -0.47474 -0.67893 -0.47539 -0.6743 -0.47682 -0.67106 C -0.47917 -0.6662 -0.48216 -0.6625 -0.48438 -0.65763 C -0.48594 -0.65439 -0.48672 -0.65 -0.48815 -0.64652 C -0.49011 -0.64213 -0.49232 -0.63796 -0.4944 -0.63333 C -0.49518 -0.62916 -0.4957 -0.6243 -0.49688 -0.6199 C -0.49948 -0.61064 -0.50274 -0.60208 -0.5056 -0.59328 C -0.51094 -0.57708 -0.51419 -0.56875 -0.5181 -0.55324 C -0.52852 -0.51319 -0.53529 -0.46203 -0.54063 -0.42476 L -0.5431 -0.40694 C -0.54349 -0.3993 -0.54375 -0.39189 -0.5444 -0.38449 C -0.54505 -0.37638 -0.54636 -0.36851 -0.54688 -0.36041 C -0.54844 -0.33796 -0.54935 -0.31551 -0.55065 -0.29328 C -0.54896 -0.25439 -0.54935 -0.21435 -0.54557 -0.17569 C -0.54466 -0.16597 -0.53958 -0.15949 -0.53685 -0.15138 C -0.53516 -0.14606 -0.5336 -0.14074 -0.5319 -0.13564 C -0.53151 -0.12963 -0.53307 -0.12199 -0.5306 -0.11782 C -0.5207 -0.10023 -0.50886 -0.08611 -0.49688 -0.07338 C -0.49401 -0.07037 -0.49024 -0.07176 -0.48685 -0.07106 C -0.46953 -0.06759 -0.45951 -0.06713 -0.43932 -0.06435 C -0.41354 -0.06967 -0.3875 -0.07152 -0.36172 -0.08009 C -0.35586 -0.08194 -0.35117 -0.09074 -0.34557 -0.0956 C -0.32943 -0.10995 -0.32735 -0.10671 -0.31068 -0.13101 C -0.30534 -0.13865 -0.30143 -0.14884 -0.29688 -0.15787 C -0.29544 -0.16435 -0.29011 -0.18518 -0.28932 -0.19166 C -0.28854 -0.19838 -0.28854 -0.20601 -0.28815 -0.21342 C -0.29271 -0.26551 -0.2957 -0.31759 -0.30182 -0.36875 C -0.30261 -0.37476 -0.31875 -0.42685 -0.32057 -0.43101 C -0.33112 -0.45439 -0.34245 -0.47662 -0.3543 -0.49768 C -0.35729 -0.50301 -0.35964 -0.50902 -0.36315 -0.51319 C -0.36862 -0.52013 -0.37409 -0.52824 -0.38047 -0.53101 C -0.42839 -0.55231 -0.41029 -0.54722 -0.43438 -0.55324 L -0.44688 -0.55115 C -0.4737 -0.52199 -0.47487 -0.45694 -0.48307 -0.41111 C -0.48985 -0.29722 -0.49154 -0.32338 -0.4444 -0.13379 C -0.4418 -0.12291 -0.4319 -0.12893 -0.42565 -0.12662 C -0.3444 -0.13865 -0.26263 -0.14282 -0.1819 -0.16273 C -0.15104 -0.16967 -0.1224 -0.19513 -0.09193 -0.20671 C -0.06445 -0.21736 -0.03672 -0.22592 -0.00938 -0.23773 C 0.19062 -0.325 -0.01862 -0.24143 0.07305 -0.27777 C 0.07773 -0.28495 0.08203 -0.29189 0.08685 -0.29768 C 0.08867 -0.3 0.09258 -0.29838 0.0931 -0.30254 C 0.09362 -0.30578 0.08984 -0.30578 0.08815 -0.30671 C 0.08151 -0.31064 0.075 -0.31574 0.0681 -0.31782 C 0.05612 -0.32106 0.04388 -0.32083 0.0319 -0.32222 C 0.02513 -0.32083 0.01823 -0.32176 0.01185 -0.31782 C -0.01185 -0.30416 -0.02383 -0.27361 -0.04193 -0.24213 C -0.06146 -0.16435 -0.08646 -0.09027 -0.10065 -0.00879 C -0.10378 0.0088 -0.10208 0.04121 -0.09193 0.04445 C -0.05404 0.05672 -0.01524 0.03542 0.02305 0.03102 C 0.05612 0.01436 0.09726 -0.0037 0.12812 -0.03101 C 0.14818 -0.04907 0.18555 -0.09328 0.18555 -0.09305 C 0.19765 -0.12407 0.19479 -0.11134 0.19805 -0.12893 C 0.1944 -0.13217 0.19075 -0.13564 0.18685 -0.13773 C 0.16693 -0.14838 0.15351 -0.12106 0.13437 -0.10439 C 0.12799 -0.07638 0.12448 -0.07801 0.1418 -0.04884 C 0.14401 -0.04537 0.14765 -0.04745 0.15065 -0.04676 C 0.16367 -0.03888 0.15299 -0.04421 0.17057 -0.04004 C 0.17656 -0.03865 0.17851 -0.0368 0.18437 -0.03333 C 0.17851 -0.03263 0.17265 -0.03263 0.1668 -0.03101 C 0.15807 -0.02893 0.14948 -0.02384 0.14062 -0.02222 C 0.11653 -0.01782 0.09232 -0.0162 0.0681 -0.01342 L -0.05443 0.02662 L -0.2069 0.07987 L -0.37057 0.07107 C -0.41784 0.06783 -0.38347 0.06737 -0.42057 0.06227 C -0.42982 0.06088 -0.4388 0.06065 -0.44805 0.05996 C -0.45599 0.05857 -0.4638 0.05625 -0.47188 0.05556 C -0.54167 0.04862 -0.52682 0.08449 -0.54193 0.04445 C -0.54271 0.02732 -0.5431 0.01019 -0.5444 -0.00671 C -0.54479 -0.01273 -0.54688 -0.01828 -0.54688 -0.02453 C -0.5461 -0.06967 -0.54375 -0.11481 -0.54193 -0.15995 C -0.54128 -0.1743 -0.54128 -0.18356 -0.53685 -0.1956 C -0.53268 -0.20717 -0.53073 -0.22615 -0.52318 -0.22893 C -0.48216 -0.24398 -0.43972 -0.24074 -0.39805 -0.24676 C -0.35469 -0.21412 -0.38138 -0.23541 -0.31693 -0.17569 C -0.29935 -0.15949 -0.28242 -0.1412 -0.26432 -0.12662 L -0.20938 -0.08217 L -0.1819 -0.05995 C -0.16315 -0.04467 -0.1461 -0.01898 -0.12565 -0.01342 C -0.10365 -0.0074 -0.11485 -0.00949 -0.09193 -0.00671 C -0.05365 0.00556 -0.06159 0.0051 0.0069 -0.01111 C 0.02265 -0.01481 0.03802 -0.0243 0.05312 -0.03333 C 0.06693 -0.04143 0.09284 -0.0743 0.10065 -0.08657 C 0.11406 -0.1081 0.12669 -0.13078 0.13815 -0.15555 L 0.1556 -0.19328 C 0.16862 -0.26273 0.17005 -0.25439 0.1681 -0.34444 C 0.16797 -0.35231 0.1651 -0.35949 0.16315 -0.36689 C 0.15469 -0.39652 0.15169 -0.40416 0.13685 -0.42662 C 0.11523 -0.45926 0.09466 -0.49513 0.07057 -0.52222 C 0.0444 -0.55185 0.0168 -0.56458 -0.01185 -0.57986 L -0.09818 -0.57546 C -0.12552 -0.57384 -0.125 -0.57592 -0.15182 -0.55995 L -0.3569 -0.43541 C -0.39154 -0.41574 -0.42682 -0.39953 -0.46172 -0.38217 C -0.48099 -0.37268 -0.49987 -0.36111 -0.5194 -0.35555 L -0.61432 -0.32893 C -0.6461 -0.3206 -0.65912 -0.31967 -0.68919 -0.31551 C -0.71862 -0.31736 -0.72266 -0.30324 -0.73802 -0.33564 C -0.73945 -0.33865 -0.73972 -0.34282 -0.7405 -0.34652 C -0.74206 -0.36597 -0.74414 -0.38472 -0.7405 -0.40439 C -0.73659 -0.42638 -0.72943 -0.4449 -0.72305 -0.46435 C -0.71094 -0.50138 -0.68998 -0.54097 -0.67422 -0.56875 C -0.65521 -0.60301 -0.63867 -0.64213 -0.61693 -0.67106 C -0.58737 -0.71041 -0.55482 -0.74213 -0.52188 -0.77106 C -0.51458 -0.77731 -0.50599 -0.77384 -0.49818 -0.77546 C -0.49141 -0.77685 -0.48477 -0.77847 -0.47813 -0.77986 C -0.45547 -0.76574 -0.4319 -0.75694 -0.41055 -0.73773 C -0.40482 -0.7324 -0.40339 -0.71805 -0.39922 -0.70879 C -0.39505 -0.6993 -0.38919 -0.69259 -0.38555 -0.68217 C -0.36458 -0.62106 -0.35039 -0.55208 -0.32565 -0.4956 C -0.31979 -0.48217 -0.31367 -0.46921 -0.30807 -0.45555 C -0.30287 -0.44259 -0.29922 -0.42731 -0.2931 -0.41551 C -0.24805 -0.32847 -0.22409 -0.25926 -0.17318 -0.21111 C -0.16628 -0.20463 -0.15912 -0.19884 -0.15182 -0.19328 C -0.14076 -0.18518 -0.13008 -0.17291 -0.1181 -0.16921 C -0.09922 -0.16273 -0.07982 -0.16435 -0.06068 -0.16273 C -0.03998 -0.16597 -0.05313 -0.16111 -0.0332 -0.17569 C -0.02774 -0.17963 -0.02188 -0.18125 -0.01693 -0.1868 C -0.00208 -0.20301 0.01211 -0.2206 0.02565 -0.24004 C 0.0401 -0.26064 0.05755 -0.29953 0.0694 -0.32453 C 0.07226 -0.34282 0.07838 -0.36689 0.07305 -0.38657 C 0.06015 -0.43541 0.03008 -0.46481 0.0056 -0.48888 C -0.02331 -0.51713 -0.07735 -0.53726 -0.10443 -0.54652 C -0.11419 -0.55 -0.12435 -0.54953 -0.13438 -0.55115 C -0.17682 -0.54213 -0.22005 -0.54097 -0.26185 -0.5243 C -0.28086 -0.51689 -0.29714 -0.49583 -0.31432 -0.47986 C -0.34154 -0.45509 -0.34727 -0.44907 -0.3668 -0.40879 C -0.38828 -0.36527 -0.40912 -0.32083 -0.4293 -0.27546 C -0.44271 -0.24629 -0.46589 -0.16851 -0.47188 -0.14676 C -0.47604 -0.13101 -0.478 -0.11365 -0.4819 -0.09768 C -0.48672 -0.07801 -0.49271 -0.05926 -0.49818 -0.04004 C -0.49987 -0.01574 -0.49753 -0.02893 -0.50313 -0.01111 C -0.50664 -4.07407E-6 -0.50352 -0.00347 -0.50938 -4.07407E-6 C -0.53542 -0.10069 -0.49544 0.05047 -0.52813 -0.05995 C -0.53698 -0.08981 -0.54623 -0.11967 -0.55313 -0.15138 C -0.56302 -0.19652 -0.56979 -0.24305 -0.57813 -0.28888 C -0.57891 -0.30416 -0.5819 -0.36296 -0.5819 -0.38217 C -0.5819 -0.42638 -0.58164 -0.46967 -0.5806 -0.51319 C -0.58047 -0.52152 -0.57956 -0.52986 -0.57813 -0.53773 C -0.57656 -0.54629 -0.57474 -0.55486 -0.57188 -0.56226 C -0.56341 -0.58449 -0.55625 -0.61018 -0.5444 -0.62685 C -0.53516 -0.63912 -0.52578 -0.65115 -0.51693 -0.66458 C -0.51328 -0.66967 -0.51146 -0.68009 -0.5069 -0.68217 C -0.49024 -0.69027 -0.47266 -0.68958 -0.45547 -0.69351 C -0.45339 -0.69259 -0.45117 -0.69282 -0.44922 -0.69097 C -0.43763 -0.67986 -0.43906 -0.67662 -0.43307 -0.65578 C -0.43229 -0.62523 -0.42617 -0.59375 -0.43047 -0.56435 C -0.43503 -0.53472 -0.46289 -0.41134 -0.48568 -0.36226 C -0.49167 -0.3493 -0.49727 -0.33472 -0.5056 -0.32662 C -0.53568 -0.29838 -0.5681 -0.27916 -0.59935 -0.25601 C -0.60482 -0.25625 -0.61094 -0.25277 -0.61563 -0.25787 C -0.61862 -0.26088 -0.61823 -0.26944 -0.6181 -0.27546 C -0.6168 -0.35879 -0.62083 -0.40301 -0.60313 -0.46875 C -0.59557 -0.49676 -0.55755 -0.60115 -0.55313 -0.61111 C -0.53529 -0.65162 -0.51615 -0.69027 -0.49557 -0.72662 C -0.48893 -0.73842 -0.48333 -0.75301 -0.47565 -0.76203 C -0.46081 -0.77986 -0.44388 -0.79143 -0.42813 -0.80648 C -0.41146 -0.82268 -0.42513 -0.81481 -0.4069 -0.82222 C -0.40729 -0.8118 -0.4069 -0.80115 -0.40807 -0.79097 C -0.41406 -0.74328 -0.42917 -0.6706 -0.43932 -0.62916 C -0.44284 -0.61481 -0.44805 -0.60254 -0.45182 -0.58888 C -0.4543 -0.58032 -0.45599 -0.57106 -0.45807 -0.56226 C -0.45938 -0.55115 -0.4599 -0.51805 -0.46172 -0.52893 C -0.46576 -0.55 -0.46315 -0.57338 -0.46432 -0.5956 C -0.46654 -0.63402 -0.47188 -0.71111 -0.47188 -0.71111 C -0.47097 -0.73773 -0.47149 -0.76458 -0.4694 -0.79097 C -0.46849 -0.80254 -0.46719 -0.81504 -0.46315 -0.8243 C -0.46003 -0.83194 -0.45391 -0.8331 -0.44922 -0.83796 C -0.44766 -0.83958 -0.44636 -0.84305 -0.4444 -0.84444 C -0.44206 -0.84606 -0.43932 -0.8456 -0.43672 -0.84676 C -0.43021 -0.8493 -0.42357 -0.85277 -0.4168 -0.85555 C -0.41472 -0.85763 -0.41263 -0.86041 -0.41055 -0.86203 C -0.40951 -0.86319 -0.40781 -0.86273 -0.4069 -0.86435 C -0.4043 -0.86875 -0.40248 -0.87893 -0.40065 -0.88426 C -0.40052 -0.88449 -0.38828 -0.91759 -0.38672 -0.91967 C -0.38347 -0.92476 -0.38008 -0.92963 -0.37682 -0.93518 C -0.37097 -0.94583 -0.37031 -0.95532 -0.36172 -0.96412 C -0.3569 -0.96921 -0.35182 -0.9743 -0.34688 -0.97963 C -0.34427 -0.9824 -0.34206 -0.98634 -0.33932 -0.98865 C -0.33763 -0.99004 -0.32865 -0.99375 -0.32565 -0.99513 C -0.32357 -0.99745 -0.32162 -1.00046 -0.3194 -1.00185 C -0.31498 -1.00486 -0.31029 -1.00648 -0.3056 -1.00856 C -0.29518 -1.01319 -0.29544 -1.01273 -0.28568 -1.01527 C -0.2836 -1.01666 -0.28151 -1.01851 -0.27943 -1.01967 C -0.27735 -1.02083 -0.27526 -1.02106 -0.27318 -1.02199 C -0.27149 -1.02245 -0.26979 -1.02338 -0.2681 -1.02407 C -0.26602 -1.025 -0.26393 -1.02546 -0.26185 -1.02638 C -0.26055 -1.02685 -0.25938 -1.02801 -0.25807 -1.02847 C -0.24896 -1.0324 -0.23998 -1.03819 -0.2306 -1.03958 L -0.21693 -1.04189 C -0.20638 -1.0456 -0.20313 -1.04676 -0.18932 -1.05069 C -0.18607 -1.05162 -0.18268 -1.05254 -0.17943 -1.05301 C -0.16901 -1.05416 -0.1586 -1.05439 -0.14818 -1.05532 L -0.10938 -1.05301 C -0.1069 -1.05277 -0.09362 -1.0493 -0.09063 -1.04861 C -0.08854 -1.04699 -0.08646 -1.04583 -0.08438 -1.04421 C -0.0819 -1.04213 -0.07956 -1.03912 -0.07695 -1.0375 C -0.07487 -1.03611 -0.07279 -1.03588 -0.0707 -1.03518 C -0.0681 -1.03217 -0.06576 -1.02916 -0.06315 -1.02638 C -0.05951 -1.02245 -0.05534 -1.01967 -0.05195 -1.01527 C -0.0474 -1.00926 -0.04362 -1.00162 -0.03945 -0.99513 C -0.03828 -0.99351 -0.03672 -0.99259 -0.03568 -0.99074 C -0.03242 -0.98495 -0.03138 -0.98009 -0.02943 -0.97291 C -0.0306 -0.91967 -0.03125 -0.86643 -0.0332 -0.81319 C -0.03333 -0.80648 -0.03529 -0.8 -0.03568 -0.79328 C -0.03646 -0.77847 -0.03607 -0.76365 -0.03685 -0.74884 C -0.03776 -0.73379 -0.03958 -0.71921 -0.04063 -0.70439 C -0.04206 -0.68379 -0.0431 -0.66296 -0.0444 -0.64213 C -0.04401 -0.62801 -0.04375 -0.61388 -0.0431 -0.60023 C -0.04297 -0.59467 -0.04271 -0.58935 -0.04193 -0.58449 C -0.04102 -0.57963 -0.04037 -0.57407 -0.03815 -0.57106 C -0.0362 -0.56828 -0.0332 -0.56967 -0.0306 -0.56875 C -0.02149 -0.57037 -0.01211 -0.5699 -0.00313 -0.57338 C 0.03737 -0.58842 0.05091 -0.60277 0.08932 -0.63564 C 0.09245 -0.63796 0.09557 -0.64051 0.09805 -0.64444 C 0.1026 -0.65092 0.10612 -0.65972 0.11055 -0.66689 C 0.1125 -0.66944 0.11484 -0.67106 0.1168 -0.67338 C 0.12031 -0.67754 0.12344 -0.68217 0.12682 -0.68657 C 0.12812 -0.68819 0.12943 -0.68935 0.1306 -0.69097 C 0.13359 -0.69537 0.13646 -0.7 0.13932 -0.70439 C 0.14336 -0.69953 0.16172 -0.68101 0.1681 -0.66689 C 0.18411 -0.63078 0.20599 -0.60046 0.21562 -0.55763 C 0.23099 -0.48935 0.20377 -0.60902 0.23307 -0.48657 C 0.2362 -0.47338 0.23893 -0.45995 0.2418 -0.44652 C 0.24271 -0.40439 0.24401 -0.36226 0.2444 -0.32013 C 0.2444 -0.31551 0.24349 -0.31111 0.2431 -0.30671 C 0.2401 -0.27037 0.23997 -0.25 0.2319 -0.21574 C 0.22956 -0.20555 0.21745 -0.17638 0.21315 -0.16921 C 0.19974 -0.14513 0.18724 -0.11944 0.17187 -0.1 C 0.15781 -0.08217 0.14193 -0.06805 0.12565 -0.05787 C 0.08229 -0.03078 0.05547 -0.03449 0.01055 -0.03101 C -0.10078 -0.04768 -0.06276 -0.03194 -0.17435 -0.0912 C -0.178 -0.09305 -0.18151 -0.09583 -0.18438 -0.1 C -0.20287 -0.12777 -0.21719 -0.16504 -0.23815 -0.1868 C -0.24818 -0.19699 -0.25886 -0.20532 -0.2681 -0.21782 C -0.27318 -0.22453 -0.27761 -0.23287 -0.28307 -0.23773 C -0.2862 -0.24051 -0.28985 -0.23888 -0.2931 -0.24004 C -0.36836 -0.26435 -0.28815 -0.25046 -0.43672 -0.25324 C -0.44922 -0.25185 -0.46211 -0.25277 -0.47422 -0.24884 C -0.47643 -0.24814 -0.47695 -0.24305 -0.47813 -0.24004 C -0.48164 -0.23125 -0.47891 -0.23426 -0.48438 -0.23101 C -0.48893 -0.23402 -0.49453 -0.23426 -0.49818 -0.24004 C -0.51146 -0.26134 -0.50912 -0.28657 -0.51068 -0.31551 C -0.51016 -0.33333 -0.51068 -0.35115 -0.50938 -0.36875 C -0.5086 -0.37893 -0.5069 -0.38865 -0.50443 -0.39768 C -0.49232 -0.44074 -0.4806 -0.48426 -0.46563 -0.5243 C -0.44909 -0.56875 -0.43438 -0.5949 -0.41055 -0.6199 C -0.38242 -0.64953 -0.3543 -0.67916 -0.32565 -0.70648 C -0.32175 -0.71041 -0.31745 -0.71203 -0.31315 -0.71319 C -0.30365 -0.71643 -0.29401 -0.71759 -0.28438 -0.7199 C -0.26602 -0.71851 -0.24714 -0.72407 -0.22943 -0.71551 C -0.20847 -0.70578 -0.18998 -0.68402 -0.17057 -0.66689 C -0.12722 -0.62754 -0.08373 -0.54745 -0.05313 -0.49768 C -0.04492 -0.48426 -0.0388 -0.46689 -0.0306 -0.45324 C -0.01914 -0.43426 0.08724 -0.23912 0.14687 -0.17338 C 0.16237 -0.15625 0.17721 -0.13564 0.1944 -0.12453 C 0.21432 -0.11157 0.23607 -0.10972 0.2569 -0.10231 C 0.27643 -0.1037 0.28489 -0.09444 0.29687 -0.1199 C 0.29818 -0.12291 0.29765 -0.12731 0.29805 -0.13101 C 0.2931 -0.15694 0.28971 -0.18426 0.28307 -0.20879 C 0.28047 -0.21898 0.27552 -0.22708 0.27057 -0.23333 C 0.25625 -0.25324 0.24088 -0.27106 0.22565 -0.28888 C 0.1888 -0.33194 0.19648 -0.31736 0.13932 -0.34213 C 0.12513 -0.33958 0.11068 -0.33958 0.09687 -0.33333 C 0.07344 -0.32245 0.05078 -0.30671 0.02812 -0.2912 C 0.00924 -0.27847 -0.03021 -0.23356 -0.04193 -0.2199 C -0.06511 -0.19328 -0.0888 -0.16643 -0.11068 -0.13564 C -0.14492 -0.08726 -0.14505 -0.08402 -0.1806 -0.04444 C -0.1905 -0.03356 -0.20052 -0.02314 -0.21068 -0.01342 C -0.21341 -0.01064 -0.21628 -0.0074 -0.2194 -0.00671 C -0.23633 -0.00231 -0.25352 -0.00069 -0.27057 0.00232 C -0.30586 -0.00277 -0.33958 -0.00601 -0.37422 -0.02453 C -0.43451 -0.05648 -0.4931 -0.09652 -0.55182 -0.13564 C -0.55703 -0.13888 -0.56146 -0.14513 -0.56563 -0.15138 C -0.57005 -0.1581 -0.57318 -0.16759 -0.57682 -0.17569 C -0.57813 -0.20671 -0.58099 -0.23773 -0.5806 -0.26898 C -0.58047 -0.28009 -0.57982 -0.29213 -0.57565 -0.3 C -0.56563 -0.31851 -0.55339 -0.3331 -0.54063 -0.34444 C -0.52748 -0.35625 -0.50495 -0.36226 -0.48932 -0.36875 C -0.42656 -0.39513 -0.50521 -0.36412 -0.43555 -0.39097 C -0.38815 -0.37314 -0.38945 -0.38148 -0.3444 -0.32453 C -0.3207 -0.29444 -0.30365 -0.24676 -0.27682 -0.22708 C -0.0987 -0.09213 -0.1707 -0.12106 -0.0694 -0.08888 C -0.01354 -0.09189 0.04245 -0.08888 0.09805 -0.09768 C 0.1082 -0.0993 0.1168 -0.11134 0.12565 -0.1199 C 0.14375 -0.13796 0.15664 -0.15625 0.17057 -0.18217 C 0.17226 -0.18541 0.17305 -0.19004 0.17435 -0.19328 C 0.16393 -0.2125 0.15482 -0.23449 0.1431 -0.25115 C 0.1362 -0.26088 0.12747 -0.26551 0.1194 -0.27106 C 0.02148 -0.33842 0.02643 -0.325 -0.1056 -0.37801 C -0.1099 -0.37731 -0.16745 -0.38009 -0.1806 -0.36041 C -0.21042 -0.31458 -0.23633 -0.2618 -0.26315 -0.21111 C -0.2944 -0.15208 -0.25586 -0.18888 -0.31185 -0.10671 C -0.34388 -0.05972 -0.37748 -0.01574 -0.41315 0.02223 C -0.42266 0.03241 -0.43464 0.03102 -0.44557 0.03542 C -0.45899 0.03033 -0.47253 0.02686 -0.48568 0.01991 C -0.48815 0.01852 -0.48998 0.01436 -0.49193 0.01112 C -0.51146 -0.02199 -0.52891 -0.05416 -0.54063 -0.1 C -0.55768 -0.16689 -0.58307 -0.30671 -0.58307 -0.30648 C -0.58568 -0.35763 -0.58711 -0.35231 -0.58307 -0.40208 C -0.58268 -0.40763 -0.58216 -0.41296 -0.5806 -0.41828 C -0.57083 -0.44814 -0.56628 -0.45532 -0.54818 -0.47106 C -0.50925 -0.50486 -0.51341 -0.49976 -0.47682 -0.51319 C -0.45482 -0.5125 -0.43021 -0.52893 -0.41055 -0.51111 C -0.38828 -0.49074 -0.31953 -0.36574 -0.27943 -0.32013 C -0.25482 -0.29189 -0.23047 -0.26319 -0.20443 -0.24004 C -0.10378 -0.15046 -0.05026 -0.0949 0.05065 -0.06666 C 0.06953 -0.06134 0.08893 -0.06365 0.10807 -0.06226 C 0.14101 -0.07453 0.14401 -0.05787 0.1543 -0.0912 C 0.15495 -0.09305 0.15521 -0.0956 0.1556 -0.09768 C 0.15677 -0.12106 0.1582 -0.13379 0.1556 -0.15787 C 0.1543 -0.1699 0.15312 -0.18287 0.14935 -0.19328 C 0.14414 -0.20787 0.13581 -0.21805 0.1293 -0.23101 C 0.12409 -0.24189 0.12018 -0.25463 0.11432 -0.26435 C 0.10299 -0.28333 0.01146 -0.43449 -0.0194 -0.44652 L -0.0819 -0.47106 C -0.15781 -0.46388 -0.17305 -0.47013 -0.24063 -0.44004 C -0.25261 -0.43472 -0.26367 -0.42384 -0.27565 -0.41828 C -0.31628 -0.39745 -0.35664 -0.37361 -0.39805 -0.36041 C -0.41992 -0.35277 -0.44232 -0.35717 -0.46432 -0.35555 C -0.46771 -0.35717 -0.47162 -0.35648 -0.47422 -0.36041 C -0.47604 -0.36226 -0.47643 -0.36713 -0.47682 -0.37106 C -0.47813 -0.38055 -0.47852 -0.39027 -0.47943 -0.4 C -0.48073 -0.45393 -0.49063 -0.50926 -0.4694 -0.55555 C -0.44896 -0.60023 -0.41315 -0.62199 -0.38438 -0.63796 C -0.30313 -0.6824 -0.31511 -0.67291 -0.23685 -0.67546 C -0.21276 -0.6493 -0.10156 -0.525 -0.0707 -0.50671 C 0.01328 -0.45694 -0.01953 -0.46365 0.02435 -0.45763 C 0.02513 -0.46064 0.02695 -0.46342 0.02682 -0.46666 C 0.02604 -0.48842 0.01185 -0.52291 0.00807 -0.53541 C 0.00573 -0.54351 0.00456 -0.55231 0.00182 -0.55995 C -0.00222 -0.57176 -0.00469 -0.58842 -0.01185 -0.59328 C -0.03854 -0.61157 -0.0957 -0.62685 -0.0957 -0.62638 C -0.13477 -0.61921 -0.17474 -0.6199 -0.21315 -0.60439 C -0.22357 -0.60023 -0.23047 -0.58194 -0.23815 -0.56875 C -0.253 -0.54328 -0.26771 -0.51759 -0.2806 -0.48888 C -0.41263 -0.19537 -0.19688 -0.64305 -0.36055 -0.23564 C -0.38555 -0.17338 -0.40638 -0.10509 -0.43555 -0.04884 C -0.48399 0.04399 -0.57005 0.01227 -0.62813 0.01783 C -0.63854 0.0007 -0.65013 -0.01435 -0.65938 -0.03333 C -0.66133 -0.03726 -0.66068 -0.04375 -0.66068 -0.04884 C -0.66068 -0.06898 -0.66276 -0.08981 -0.65938 -0.10879 C -0.64167 -0.2037 -0.6069 -0.27546 -0.56432 -0.34004 C -0.35886 -0.65185 -0.475 -0.48402 -0.36432 -0.58888 C -0.34063 -0.61157 -0.31901 -0.64074 -0.2944 -0.65995 C -0.26953 -0.67939 -0.24271 -0.68958 -0.21693 -0.70439 C -0.21354 -0.56064 -0.21328 -0.52569 -0.20443 -0.34907 C -0.20352 -0.3324 -0.20508 -0.31319 -0.19935 -0.3 C -0.17682 -0.24791 -0.14974 -0.20138 -0.12188 -0.15787 C -0.11432 -0.14583 -0.1043 -0.13912 -0.0944 -0.13564 C -0.07136 -0.12731 -0.04779 -0.12662 -0.02435 -0.12245 C 0.01393 -0.12523 0.05273 -0.12013 0.09062 -0.13101 C 0.11432 -0.13796 0.13607 -0.15879 0.15807 -0.17569 C 0.19609 -0.20463 0.2293 -0.26388 0.27057 -0.26898 L 0.28815 -0.27106 C 0.29388 -0.23657 0.29049 -0.26157 0.2931 -0.23101 C 0.29349 -0.22731 0.29648 -0.2206 0.2944 -0.2199 C 0.28476 -0.21759 0.27526 -0.22384 0.26562 -0.22453 L 0.11562 -0.23333 C 0.08581 -0.21736 0.06224 -0.2125 0.03815 -0.18217 C 0.02305 -0.16342 0.00911 -0.14189 -0.0056 -0.12245 C -0.00807 -0.11944 -0.01042 -0.1162 -0.01315 -0.11342 C -0.01836 -0.10902 -0.02396 -0.10601 -0.02943 -0.10231 C -0.03151 -0.10301 -0.0336 -0.1037 -0.03568 -0.10439 C -0.03737 -0.10509 -0.03945 -0.10439 -0.04063 -0.10671 C -0.09766 -0.21018 -0.08477 -0.20532 -0.1444 -0.2912 C -0.16198 -0.31643 -0.17917 -0.34421 -0.19935 -0.36226 C -0.24714 -0.40555 -0.26888 -0.39838 -0.3194 -0.40208 C -0.38789 -0.37083 -0.36771 -0.39745 -0.42057 -0.24467 C -0.42539 -0.23078 -0.42487 -0.21342 -0.42682 -0.19814 C -0.42722 -0.19398 -0.42813 -0.18287 -0.42813 -0.1868 C -0.42813 -0.19166 -0.42722 -0.1956 -0.42682 -0.2 C -0.42552 -0.2206 -0.42422 -0.24143 -0.42305 -0.26226 C -0.42474 -0.36064 -0.42617 -0.45926 -0.42813 -0.55763 C -0.42891 -0.59861 -0.428 -0.5875 -0.43047 -0.61111 C -0.45013 -0.59722 -0.45052 -0.60069 -0.4418 -0.5199 C -0.43841 -0.48726 -0.42279 -0.43217 -0.40065 -0.4199 C -0.38737 -0.4125 -0.37305 -0.4125 -0.35938 -0.40879 C -0.29766 -0.41504 -0.23568 -0.4125 -0.17435 -0.42662 C -0.14792 -0.43287 -0.08294 -0.46944 -0.05443 -0.50671 C -0.02526 -0.54444 0.00143 -0.58819 0.0293 -0.62916 C 0.0306 -0.63402 0.03203 -0.63912 0.03307 -0.64444 C 0.03581 -0.65671 0.03659 -0.6662 0.03437 -0.64652 C 0.04101 -0.50949 0.04531 -0.37222 0.0543 -0.23564 C 0.05534 -0.21967 0.0595 -0.20463 0.06432 -0.19166 C 0.07135 -0.17245 0.07969 -0.15463 0.08932 -0.14027 C 0.097 -0.12893 0.10586 -0.11805 0.11562 -0.11342 C 0.12604 -0.1081 0.13724 -0.1118 0.14805 -0.11134 C 0.16263 -0.1162 0.17786 -0.11782 0.1918 -0.12662 C 0.22851 -0.15092 0.26432 -0.17986 0.29935 -0.21111 C 0.30703 -0.21782 0.31276 -0.23032 0.3194 -0.24004 C 0.32109 -0.24305 0.32226 -0.24699 0.32435 -0.24884 C 0.32565 -0.25 0.32239 -0.24467 0.32187 -0.24213 C 0.31614 -0.21504 0.31002 -0.18842 0.3056 -0.15995 C 0.29961 -0.12268 0.29557 -0.08449 0.29062 -0.04676 C 0.28307 -0.07777 0.2776 -0.11064 0.2681 -0.14027 C 0.18008 -0.41388 0.19974 -0.30162 0.1556 -0.48657 C 0.14258 -0.54097 0.1375 -0.60301 0.1181 -0.65115 C 0.11015 -0.67106 0.11536 -0.66481 0.10312 -0.67106 C 0.09896 -0.66736 0.09427 -0.66527 0.09062 -0.65995 C 0.06406 -0.62268 -0.00169 -0.48287 -0.00443 -0.47777 C -0.02474 -0.43842 -0.0375 -0.37338 -0.06693 -0.36226 L -0.14935 -0.33148 C -0.19206 -0.33796 -0.19323 -0.3331 -0.2444 -0.37546 C -0.28464 -0.40879 -0.31901 -0.46643 -0.36172 -0.48657 L -0.42305 -0.51551 C -0.43529 -0.51388 -0.44063 -0.5162 -0.45065 -0.50671 C -0.453 -0.50439 -0.45482 -0.50069 -0.4569 -0.49768 C -0.44076 -0.55486 -0.46914 -0.45578 -0.41315 -0.61551 C -0.40964 -0.62523 -0.4082 -0.63634 -0.40547 -0.64652 C -0.40482 -0.64953 -0.40391 -0.65254 -0.40313 -0.65578 C -0.40261 -0.65763 -0.40156 -0.66458 -0.40182 -0.66226 C -0.40508 -0.63634 -0.40873 -0.61064 -0.41172 -0.58449 C -0.41576 -0.55185 -0.41758 -0.51851 -0.42305 -0.48657 C -0.4293 -0.45069 -0.43867 -0.41689 -0.44688 -0.38217 C -0.45039 -0.36713 -0.45807 -0.33796 -0.45807 -0.33796 C -0.45964 -0.33842 -0.46289 -0.33703 -0.46315 -0.34004 C -0.4668 -0.38032 -0.46589 -0.42176 -0.4694 -0.46226 C -0.47097 -0.48217 -0.47279 -0.50208 -0.47422 -0.52222 C -0.47513 -0.53333 -0.47604 -0.54444 -0.47682 -0.55555 C -0.48021 -0.54953 -0.48464 -0.54513 -0.48685 -0.53773 C -0.50625 -0.47453 -0.50873 -0.4368 -0.5194 -0.36435 C -0.51849 -0.32083 -0.51875 -0.27685 -0.51693 -0.23333 C -0.51667 -0.22893 -0.51458 -0.22546 -0.51315 -0.22222 C -0.51211 -0.2206 -0.51068 -0.21921 -0.50938 -0.21782 C -0.49063 -0.23426 -0.49466 -0.2287 -0.47422 -0.27361 C -0.41263 -0.41018 -0.42552 -0.36944 -0.40065 -0.46666 C -0.41172 -0.47546 -0.42201 -0.49097 -0.43438 -0.49328 C -0.4737 -0.50069 -0.51797 -0.46342 -0.55313 -0.4956 C -0.56875 -0.50995 -0.53841 -0.55277 -0.5319 -0.58217 C -0.51485 -0.65972 -0.50794 -0.70486 -0.4944 -0.78426 C -0.49102 -0.82662 -0.48711 -0.86875 -0.48438 -0.91088 C -0.48373 -0.92129 -0.48698 -0.89004 -0.48815 -0.87986 C -0.49024 -0.86088 -0.49232 -0.84143 -0.4944 -0.82222 C -0.4931 -0.80509 -0.49623 -0.78495 -0.49063 -0.77106 C -0.48789 -0.76412 -0.48425 -0.78379 -0.4819 -0.79097 C -0.4668 -0.83703 -0.45208 -0.88379 -0.43815 -0.93078 C -0.42878 -0.96273 -0.40677 -1.06342 -0.41172 -1.02847 C -0.41367 -1.01527 -0.42956 -0.9037 -0.43555 -0.87777 C -0.45208 -0.8074 -0.48815 -0.66875 -0.48815 -0.66851 C -0.49232 -0.62152 -0.49779 -0.5743 -0.50065 -0.52662 C -0.50078 -0.52407 -0.49792 -0.5206 -0.49688 -0.52222 C -0.47057 -0.55787 -0.44388 -0.59375 -0.42057 -0.63564 C -0.39766 -0.67662 -0.37865 -0.73449 -0.36432 -0.78657 C -0.36302 -0.79143 -0.36263 -0.79699 -0.36172 -0.80208 C -0.35091 -0.7493 -0.35495 -0.7162 -0.32682 -0.69768 C -0.32175 -0.69444 -0.31602 -0.69629 -0.31068 -0.69583 C -0.30768 -0.69907 -0.30456 -0.70231 -0.30182 -0.70648 C -0.30078 -0.70833 -0.30078 -0.71273 -0.29935 -0.71319 C -0.29336 -0.71643 -0.28685 -0.7162 -0.2806 -0.71759 C -0.25261 -0.73611 -0.26511 -0.7243 -0.22943 -0.78657 C -0.19961 -0.83865 -0.2013 -0.83842 -0.1806 -0.89074 C -0.17839 -0.84189 -0.17995 -0.80648 -0.16185 -0.76203 C -0.15495 -0.7449 -0.14362 -0.73449 -0.13307 -0.7243 C -0.12461 -0.71643 -0.11485 -0.71388 -0.1056 -0.70879 C -0.09818 -0.71203 -0.08919 -0.70949 -0.0832 -0.71759 C -0.0668 -0.74004 -0.04063 -0.79768 -0.04063 -0.79745 C -0.03945 -0.80509 -0.0362 -0.81226 -0.03685 -0.8199 C -0.03724 -0.8243 -0.04141 -0.81504 -0.04193 -0.81111 C -0.0457 -0.77893 -0.04688 -0.74583 -0.04935 -0.71319 C -0.04232 -0.68541 -0.04089 -0.65 -0.02813 -0.62916 C -0.02292 -0.62037 -0.01992 -0.65 -0.0181 -0.66226 C -0.01602 -0.67731 -0.01745 -0.69351 -0.01693 -0.70879 C -0.01654 -0.71921 -0.01797 -0.73032 -0.01563 -0.74004 C -0.01458 -0.74421 -0.01068 -0.74282 -0.0082 -0.74444 C -0.00352 -0.75625 0.00117 -0.76782 0.0056 -0.77986 C 0.01393 -0.80301 0.01276 -0.79814 0.01562 -0.81319 C 0.02096 -0.77546 0.02174 -0.76898 0.03437 -0.70879 C 0.04193 -0.67268 0.04922 -0.63634 0.05937 -0.60208 C 0.07812 -0.53958 0.08828 -0.51018 0.1181 -0.47546 C 0.1207 -0.47245 0.12396 -0.47245 0.12682 -0.47106 C 0.12851 -0.47338 0.13112 -0.4743 0.1319 -0.47777 C 0.14531 -0.54768 0.14232 -0.5662 0.1444 -0.64444 C 0.14388 -0.65578 0.1431 -0.66689 0.1431 -0.67777 C 0.1431 -0.68009 0.1431 -0.6706 0.1444 -0.67106 C 0.14818 -0.67245 0.15104 -0.67847 0.1543 -0.68217 C 0.15846 -0.69259 0.16341 -0.70231 0.1668 -0.71319 C 0.17513 -0.74027 0.17487 -0.74259 0.17682 -0.76435 C 0.17604 -0.70277 0.17539 -0.64143 0.17435 -0.57986 C 0.17174 -0.42476 0.17096 -0.52523 0.17305 -0.4 C 0.17565 -0.50555 0.18008 -0.61551 0.1694 -0.7199 C 0.16732 -0.74004 0.16263 -0.68148 0.15937 -0.66226 C 0.15729 -0.60671 0.15443 -0.55115 0.15312 -0.4956 C 0.15221 -0.45763 0.14896 -0.46388 0.16055 -0.45555 C 0.16315 -0.46666 0.16706 -0.47708 0.1681 -0.48888 C 0.18515 -0.68055 0.17083 -0.7706 0.1793 -0.36875 C 0.17956 -0.36041 0.1819 -0.35254 0.18307 -0.34444 C 0.18659 -0.36921 0.18594 -0.36365 0.18932 -0.40879 C 0.19752 -0.51828 0.19609 -0.49884 0.19935 -0.59097 C 0.20104 -0.52801 0.20312 -0.46527 0.2043 -0.40208 C 0.20443 -0.39838 0.20156 -0.39421 0.20312 -0.39097 C 0.2043 -0.38935 0.20547 -0.39583 0.2069 -0.39768 C 0.20885 -0.40046 0.22018 -0.40856 0.22057 -0.40879 C 0.23945 -0.47615 0.22969 -0.45138 0.2293 -0.4199 C 0.22838 -0.34328 0.21732 -0.35231 0.23437 -0.34213 C 0.24232 -0.35625 0.24036 -0.35069 0.2431 -0.38449 C 0.26836 -0.69676 0.28021 -0.73958 0.25065 -0.59791 C 0.24805 -0.56504 0.24622 -0.5324 0.2431 -0.5 C 0.23789 -0.44421 0.22565 -0.33333 0.22565 -0.3331 C 0.22513 -0.31782 0.22487 -0.30254 0.22435 -0.28657 C 0.22409 -0.27777 0.22305 -0.25115 0.22305 -0.25995 C 0.22305 -0.3162 0.22396 -0.37245 0.22435 -0.42893 C 0.22851 -0.35578 0.22747 -0.36944 0.24062 -0.23773 C 0.24414 -0.20208 0.24922 -0.16666 0.25312 -0.13101 C 0.2625 -0.04467 0.25417 -0.09004 0.26432 -0.04004 C 0.26315 -0.05555 0.26185 -0.07106 0.26055 -0.08657 C 0.26015 -0.09259 0.26055 -0.09884 0.25937 -0.10439 C 0.25833 -0.10972 0.25599 -0.11342 0.2543 -0.11782 C 0.23685 -0.10231 0.2414 -0.11296 0.23437 -0.07106 C 0.2293 -0.04166 0.22057 0.01783 0.22057 0.01806 C 0.21042 0.00857 0.22057 0.01968 0.21185 0.00232 C 0.2039 -0.01388 0.19713 -0.0331 0.18685 -0.04444 C 0.17851 -0.05393 0.16771 -0.05324 0.15807 -0.05787 C 0.14896 -0.03101 0.13724 -0.00671 0.1306 0.02223 C 0.12825 0.03241 0.12656 0.04954 0.1319 0.05556 C 0.1362 0.06042 0.13828 0.04144 0.14062 0.03334 C 0.14453 0.01968 0.14726 0.0051 0.15065 -0.00879 C 0.15104 -0.02083 0.1526 -0.03263 0.15182 -0.04444 C 0.15091 -0.06041 0.15078 -0.07801 0.14557 -0.0912 C 0.13555 -0.11666 0.09075 -0.12199 0.08307 -0.12453 C 0.07357 -0.12152 0.06315 -0.12291 0.0543 -0.11551 C 0.03398 -0.09838 0.03346 -0.07338 0.02682 -0.04004 C 0.01706 -0.0706 0.01953 -0.06759 -0.0082 -0.0956 C -0.01302 -0.10046 -0.01901 -0.1 -0.02435 -0.10231 C -0.0461 -0.09699 -0.06784 -0.09282 -0.08945 -0.08657 C -0.09167 -0.08611 -0.09349 -0.08356 -0.0957 -0.08217 C -0.09727 -0.08125 -0.09896 -0.08078 -0.10065 -0.08009 C -0.09896 -0.08449 -0.09623 -0.08819 -0.0957 -0.09328 C -0.09518 -0.09722 -0.09597 -0.10416 -0.09818 -0.10439 C -0.11016 -0.10648 -0.12227 -0.10138 -0.13438 -0.1 C -0.1918 -0.06458 -0.25755 -0.02939 -0.3069 0.03334 C -0.32695 0.0588 -0.33776 0.10139 -0.35313 0.13542 C -0.35339 0.14144 -0.35742 0.15579 -0.3543 0.15324 C -0.33216 0.13473 -0.33216 0.10741 -0.32565 0.07107 C -0.32774 0.02894 -0.3155 -0.02476 -0.3319 -0.05555 C -0.38099 -0.14838 -0.45248 -0.10555 -0.50807 -0.0912 C -0.51524 -0.08148 -0.5237 -0.0743 -0.52943 -0.06226 C -0.53099 -0.05879 -0.5306 -0.05023 -0.52813 -0.04884 C -0.52331 -0.04629 -0.5181 -0.05185 -0.51315 -0.05324 C -0.48607 -0.075 -0.47057 -0.07986 -0.45547 -0.14027 C -0.45313 -0.15 -0.46146 -0.15949 -0.46432 -0.16921 C -0.47266 -0.15486 -0.48216 -0.14259 -0.48932 -0.12662 C -0.48998 -0.12523 -0.49193 -0.10324 -0.48932 -0.1 C -0.48698 -0.09676 -0.4836 -0.09861 -0.4806 -0.09768 C -0.47643 -0.10231 -0.4707 -0.1037 -0.46797 -0.11134 C -0.43724 -0.19884 -0.43854 -0.24236 -0.42565 -0.34907 C -0.4349 -0.42662 -0.42878 -0.44467 -0.4668 -0.4956 C -0.47188 -0.50231 -0.47943 -0.49838 -0.48568 -0.5 C -0.49141 -0.49027 -0.5 -0.48426 -0.50313 -0.47106 C -0.54948 -0.26713 -0.54258 -0.32361 -0.49193 -0.14884 C -0.47643 -0.16365 -0.45638 -0.16921 -0.44557 -0.19328 C -0.39948 -0.29722 -0.40222 -0.36041 -0.39297 -0.47777 C -0.39232 -0.52731 -0.38828 -0.57708 -0.39063 -0.62685 C -0.39128 -0.64004 -0.39531 -0.65509 -0.40182 -0.66226 C -0.4069 -0.66782 -0.41354 -0.65926 -0.4194 -0.65763 C -0.43047 -0.64814 -0.44323 -0.64236 -0.45313 -0.62916 C -0.47513 -0.59861 -0.48112 -0.56944 -0.4931 -0.52893 C -0.49193 -0.5162 -0.49518 -0.48333 -0.48932 -0.49097 C -0.43464 -0.56435 -0.4349 -0.6162 -0.4168 -0.7199 C -0.41524 -0.74722 -0.40326 -0.77916 -0.41172 -0.80208 C -0.41745 -0.81689 -0.43073 -0.78703 -0.43672 -0.77314 C -0.45287 -0.73726 -0.46354 -0.69467 -0.47682 -0.65578 C -0.47774 -0.63796 -0.48893 -0.59652 -0.47943 -0.60208 C -0.46927 -0.60833 -0.47344 -0.63888 -0.47305 -0.65763 C -0.47266 -0.68819 -0.47565 -0.71851 -0.47682 -0.74884 C -0.49857 -0.74166 -0.52214 -0.74421 -0.54193 -0.72662 C -0.60078 -0.6743 -0.6194 -0.57083 -0.64935 -0.47546 C -0.62604 -0.44583 -0.60651 -0.40324 -0.57943 -0.38657 C -0.54896 -0.36851 -0.48268 -0.43426 -0.46315 -0.45324 C -0.43828 -0.47777 -0.41419 -0.50509 -0.39063 -0.53333 C -0.36198 -0.56759 -0.36615 -0.56388 -0.3793 -0.55995 C -0.40065 -0.53472 -0.3793 -0.55879 -0.34818 -0.64652 C -0.34623 -0.65185 -0.34167 -0.66851 -0.3444 -0.66458 C -0.34948 -0.65694 -0.35182 -0.64513 -0.35547 -0.63564 C -0.3569 -0.61921 -0.3599 -0.60301 -0.35938 -0.58657 C -0.35612 -0.47638 -0.29349 -0.6243 -0.2681 -0.65578 C -0.26146 -0.68541 -0.25013 -0.71273 -0.24818 -0.74444 C -0.24727 -0.75833 -0.26159 -0.72662 -0.26432 -0.71319 C -0.27448 -0.66458 -0.27852 -0.6125 -0.28568 -0.56226 C -0.28216 -0.50277 -0.29206 -0.46365 -0.2556 -0.44236 C -0.25026 -0.43912 -0.24479 -0.44814 -0.23932 -0.45115 C -0.22852 -0.47476 -0.21563 -0.49583 -0.2069 -0.52222 C -0.19714 -0.55138 -0.19636 -0.57152 -0.1944 -0.60023 C -0.19102 -0.59398 -0.18893 -0.58449 -0.18438 -0.58217 C -0.14518 -0.56111 -0.05573 -0.57268 -0.0319 -0.57338 C -0.02826 -0.60231 -0.02539 -0.61713 -0.0306 -0.65324 C -0.03255 -0.66689 -0.03685 -0.68055 -0.0431 -0.68888 C -0.04857 -0.69583 -0.05651 -0.69351 -0.06315 -0.69583 C -0.06563 -0.68819 -0.07044 -0.68217 -0.0707 -0.67338 C -0.07344 -0.5787 -0.06901 -0.56782 -0.0431 -0.49097 C -0.0418 -0.48703 -0.03893 -0.48518 -0.03685 -0.48217 C -0.03112 -0.49097 -0.02253 -0.49629 -0.0194 -0.50879 C -0.01133 -0.54074 -0.01289 -0.58773 -0.01445 -0.62222 C -0.01458 -0.62523 -0.01524 -0.62801 -0.01563 -0.63101 C -0.01485 -0.63842 -0.0138 -0.64606 -0.01315 -0.65324 C -0.01211 -0.66458 -0.01485 -0.67824 -0.01068 -0.68657 C -0.00833 -0.69143 -0.00781 -0.67338 -0.00443 -0.67106 C 0.00234 -0.66689 0.00976 -0.66967 0.0168 -0.66875 C 0.02435 -0.67176 0.03203 -0.67384 0.03932 -0.67777 C 0.04206 -0.67916 0.04414 -0.68541 0.04687 -0.68472 C 0.05013 -0.68333 0.05195 -0.67708 0.0543 -0.67338 C 0.06107 -0.66226 0.06693 -0.6493 0.07435 -0.64004 C 0.10924 -0.59629 0.10573 -0.60185 0.13815 -0.58657 C 0.1414 -0.59259 0.14687 -0.59629 0.14805 -0.60439 C 0.14961 -0.61481 0.14726 -0.62546 0.14557 -0.63564 C 0.14349 -0.64791 0.13489 -0.65856 0.13685 -0.67106 C 0.13802 -0.67893 0.14492 -0.6625 0.14935 -0.65995 C 0.15508 -0.65648 0.16107 -0.65578 0.1668 -0.65324 C 0.16849 -0.65254 0.17018 -0.65185 0.17187 -0.65115 C 0.17226 -0.64768 0.17226 -0.64328 0.17305 -0.64004 C 0.17812 -0.61944 0.18385 -0.60787 0.19062 -0.58888 C 0.19245 -0.58379 0.19388 -0.57847 0.19557 -0.57338 C 0.19596 -0.57546 0.19661 -0.57754 0.19687 -0.57986 C 0.20065 -0.61782 0.19987 -0.61388 0.19687 -0.65763 C 0.19544 -0.67847 0.1918 -0.69907 0.1918 -0.7199 C 0.1918 -0.72592 0.19518 -0.70949 0.19687 -0.70439 C 0.19765 -0.71319 0.19896 -0.72199 0.19935 -0.73125 C 0.20026 -0.75324 0.18828 -0.80138 0.20065 -0.79768 C 0.21445 -0.79351 0.20898 -0.74976 0.21432 -0.72662 C 0.2194 -0.70509 0.22604 -0.68541 0.2319 -0.66458 C 0.23099 -0.71319 0.22656 -0.76226 0.2293 -0.81111 C 0.23008 -0.82453 0.23216 -0.78171 0.23815 -0.77314 C 0.24114 -0.76875 0.24062 -0.78657 0.2418 -0.79328 C 0.24271 -0.79027 0.24375 -0.7875 0.2444 -0.78426 C 0.24505 -0.78078 0.24648 -0.76736 0.24687 -0.76435 C 0.24765 -0.74722 0.24831 -0.73032 0.24935 -0.71319 C 0.24961 -0.70879 0.25078 -0.69537 0.25065 -0.7 C 0.24896 -0.7324 0.24844 -0.74976 0.23932 -0.77986 C 0.22773 -0.81898 0.22174 -0.81226 0.19687 -0.8287 C 0.05195 -0.76041 0.0806 -0.81713 0.00182 -0.67106 C -0.00039 -0.66689 -0.00065 -0.66064 -0.00195 -0.65578 C -0.00143 -0.66134 -0.00013 -0.66736 -0.00065 -0.67338 C -0.00104 -0.67754 -0.00195 -0.68541 -0.00443 -0.68472 C -0.02162 -0.67939 -0.03789 -0.66782 -0.05443 -0.65763 C -0.11953 -0.61759 -0.08529 -0.62615 -0.11693 -0.6199 C -0.11979 -0.6206 -0.12292 -0.62037 -0.12565 -0.62222 C -0.13099 -0.62615 -0.1349 -0.63842 -0.14063 -0.63796 C -0.19011 -0.63101 -0.23893 -0.6125 -0.28815 -0.60023 L -0.35065 -0.55324 C -0.35482 -0.55023 -0.35547 -0.54907 -0.35313 -0.55763 C -0.3487 -0.57338 -0.34336 -0.58819 -0.33932 -0.60439 C -0.33581 -0.61875 -0.3336 -0.63402 -0.3306 -0.64884 C -0.3319 -0.66458 -0.32904 -0.6831 -0.33438 -0.69583 C -0.33802 -0.70393 -0.3461 -0.69861 -0.35182 -0.69768 C -0.36198 -0.69629 -0.37188 -0.69189 -0.3819 -0.68888 L -0.4293 -0.65115 C -0.43177 -0.6493 -0.43425 -0.64699 -0.43672 -0.64652 C -0.43972 -0.64629 -0.44271 -0.64814 -0.44557 -0.64884 C -0.50287 -0.60439 -0.48386 -0.62268 -0.57318 -0.48888 C -0.58893 -0.46527 -0.60143 -0.43541 -0.61563 -0.40879 C -0.62149 -0.37986 -0.62982 -0.35231 -0.63307 -0.32222 C -0.63386 -0.31597 -0.63047 -0.3074 -0.62682 -0.30671 C -0.61107 -0.30416 -0.59518 -0.31111 -0.57943 -0.31388 C -0.56901 -0.31713 -0.5586 -0.32129 -0.54818 -0.32453 C -0.54154 -0.32662 -0.52865 -0.3412 -0.52813 -0.32893 C -0.51758 -0.11203 -0.50104 -0.12314 -0.55313 -0.11551 C -0.55182 -0.11342 -0.55091 -0.11064 -0.54935 -0.10879 C -0.54753 -0.10671 -0.54531 -0.1037 -0.5431 -0.10439 C -0.51498 -0.11296 -0.48724 -0.12523 -0.45938 -0.13564 C -0.46146 -0.1243 -0.48477 -0.01412 -0.47057 -0.01342 C -0.44909 -0.01226 -0.43724 -0.06226 -0.42057 -0.08657 C -0.41367 -0.12407 -0.42422 -0.07106 -0.40547 -0.00671 C -0.39362 0.03449 -0.38867 0.03519 -0.37305 0.04445 C -0.34727 0.03218 -0.35208 0.04005 -0.32943 -0.00671 C -0.30521 -0.05648 -0.32617 -0.03518 -0.30807 -0.05115 C -0.21419 0.05764 -0.25951 0.02477 -0.17682 0.06667 C -0.15235 0.06297 -0.12761 0.06158 -0.10313 0.05556 C -0.09779 0.05417 -0.09649 0.04283 -0.0931 0.03774 C -0.08464 0.02524 -0.07669 0.01088 -0.06693 0.00232 C -0.06042 -0.00347 -0.05287 -0.00347 -0.0457 -0.00439 C -0.01732 -0.00856 0.01107 -0.01041 0.03932 -0.01342 C 0.05312 -0.01689 0.13125 -0.03518 0.1444 -0.04444 C 0.16289 -0.05763 0.17851 -0.08148 0.19557 -0.1 C 0.18685 -0.13101 0.18346 -0.16921 0.1694 -0.19328 C 0.09453 -0.32106 0.02799 -0.39652 -0.0707 -0.43773 C -0.10078 -0.45046 -0.13229 -0.44652 -0.16315 -0.45115 C -0.278 -0.39189 -0.29466 -0.41435 -0.36563 -0.31388 C -0.37787 -0.29606 -0.38815 -0.27523 -0.39922 -0.25601 C -0.39688 -0.27268 -0.39323 -0.28912 -0.3918 -0.30671 C -0.38529 -0.39745 -0.38412 -0.46921 -0.3819 -0.55763 C -0.38255 -0.58356 -0.37787 -0.61226 -0.38438 -0.63564 C -0.38945 -0.65347 -0.3875 -0.5956 -0.38672 -0.57546 C -0.38581 -0.54259 -0.38503 -0.50902 -0.3793 -0.47777 C -0.36784 -0.41365 -0.35026 -0.35324 -0.33568 -0.2912 C -0.33477 -0.25787 -0.34375 -0.21898 -0.33307 -0.19166 C -0.32695 -0.175 -0.31107 -0.19421 -0.30065 -0.2 C -0.28386 -0.20926 -0.2668 -0.21898 -0.25182 -0.23564 C -0.20195 -0.2912 -0.15534 -0.35601 -0.1069 -0.41551 C -0.10287 -0.42037 -0.0944 -0.42893 -0.0944 -0.4287 C -0.09831 -0.39421 -0.09662 -0.41064 -0.10065 -0.34004 C -0.10248 -0.3074 -0.10404 -0.27523 -0.1056 -0.24213 C -0.10352 -0.22546 -0.10195 -0.1743 -0.09935 -0.19166 C -0.09284 -0.23333 -0.09076 -0.27847 -0.0931 -0.32222 C -0.09544 -0.36527 -0.10169 -0.40856 -0.11315 -0.44652 C -0.15365 -0.58009 -0.17839 -0.5625 -0.25807 -0.61111 C -0.27891 -0.60069 -0.30248 -0.60069 -0.32057 -0.57986 C -0.35534 -0.54004 -0.38698 -0.49004 -0.41315 -0.43333 C -0.45222 -0.34838 -0.47162 -0.19328 -0.48815 -0.0956 C -0.48893 -0.07916 -0.49662 -0.03426 -0.49063 -0.04676 C -0.46628 -0.09652 -0.44922 -0.15648 -0.43047 -0.21342 C -0.29466 -0.62708 -0.42565 -0.2581 -0.3444 -0.48449 C -0.34193 -0.41504 -0.34128 -0.3449 -0.33685 -0.27546 C -0.33633 -0.26574 -0.33307 -0.29444 -0.33307 -0.30439 C -0.33347 -0.34814 -0.33399 -0.39259 -0.33815 -0.43541 C -0.34518 -0.50879 -0.34037 -0.50185 -0.35807 -0.51782 C -0.35964 -0.5074 -0.3625 -0.49745 -0.36315 -0.48657 C -0.37214 -0.33055 -0.35222 -0.38611 -0.37422 -0.33148 C -0.38047 -0.34004 -0.38763 -0.34745 -0.39297 -0.35763 C -0.39701 -0.36527 -0.39701 -0.37893 -0.40182 -0.38449 C -0.40586 -0.38865 -0.41107 -0.38287 -0.41563 -0.38217 C -0.41172 -0.37986 -0.40833 -0.37662 -0.4043 -0.37546 C -0.27761 -0.33958 -0.24831 -0.35347 -0.07565 -0.34444 C -0.0586 -0.35023 -0.04089 -0.35231 -0.02435 -0.36226 C -0.02201 -0.36365 -0.02057 -0.37592 -0.02318 -0.37546 C -0.10169 -0.36273 -0.17982 -0.34143 -0.25807 -0.32453 C -0.25443 -0.2956 -0.25716 -0.26111 -0.24688 -0.23773 C -0.1961 -0.12129 -0.08112 -0.1412 -0.0194 -0.12662 C 0.01055 -0.12824 0.06966 -0.07777 0.07057 -0.13101 C 0.07109 -0.16273 -0.01237 -0.19745 -0.0431 -0.20671 C -0.04727 -0.20787 -0.05143 -0.2081 -0.0556 -0.20879 C -0.10195 -0.19976 -0.15573 -0.18773 -0.19935 -0.19328 C -0.2056 -0.19421 -0.20768 -0.20972 -0.21185 -0.21782 L -0.11432 -0.31551 C -0.11003 -0.32013 -0.09844 -0.31875 -0.10065 -0.32662 C -0.103 -0.33495 -0.11094 -0.32384 -0.11563 -0.32013 C -0.23216 -0.22546 -0.19987 -0.26458 -0.26185 -0.17569 C -0.25768 -0.17476 -0.25339 -0.17106 -0.24935 -0.17338 C -0.14232 -0.23217 -0.14284 -0.24027 -0.0457 -0.32662 C -0.09649 -0.34305 -0.07761 -0.33958 -0.17943 -0.3 C -0.19154 -0.29513 -0.22318 -0.25787 -0.21315 -0.27106 C -0.19154 -0.29976 -0.1444 -0.34652 -0.1444 -0.34629 C -0.15768 -0.37013 -0.15365 -0.36713 -0.18932 -0.35763 C -0.20456 -0.35393 -0.21862 -0.34189 -0.23307 -0.33333 C -0.2349 -0.33217 -0.23633 -0.32986 -0.23815 -0.32893 C -0.25052 -0.32222 -0.27018 -0.31435 -0.28307 -0.30902 C -0.21211 -0.37199 -0.12669 -0.38634 -0.06315 -0.47106 C -0.05482 -0.48217 -0.02774 -0.50463 -0.03815 -0.50439 C -0.08151 -0.50347 -0.12396 -0.48078 -0.16693 -0.46875 C -0.22526 -0.47106 -0.34479 -0.37199 -0.34193 -0.47546 C -0.33867 -0.58935 -0.22044 -0.55115 -0.16315 -0.60208 C -0.15899 -0.60578 -0.14623 -0.61597 -0.15065 -0.61319 C -0.28685 -0.53148 -0.23998 -0.56203 -0.3793 -0.42476 C -0.31068 -0.42176 -0.27956 -0.41412 -0.20313 -0.45763 C -0.16888 -0.47731 -0.13893 -0.51551 -0.1069 -0.54444 C -0.1086 -0.54652 -0.10977 -0.55115 -0.11185 -0.55115 C -0.25847 -0.55115 -0.20807 -0.54722 -0.3819 -0.4199 C -0.38229 -0.4074 -0.38972 -0.38703 -0.38307 -0.38217 C -0.32748 -0.3412 -0.25 -0.39421 -0.20065 -0.41342 C -0.18242 -0.45787 -0.17552 -0.46018 -0.24688 -0.44652 C -0.27578 -0.4412 -0.30352 -0.42314 -0.3319 -0.41111 C -0.35026 -0.37986 -0.3737 -0.35625 -0.38672 -0.31782 C -0.39063 -0.3074 -0.38138 -0.28888 -0.37422 -0.28657 C -0.35182 -0.27916 -0.32852 -0.28958 -0.3056 -0.2912 C -0.28854 -0.30509 -0.27097 -0.31759 -0.25443 -0.33333 C -0.25052 -0.33703 -0.2487 -0.34768 -0.2444 -0.34907 C -0.23203 -0.35231 -0.2194 -0.34745 -0.2069 -0.34652 C -0.17227 -0.33634 -0.13789 -0.32384 -0.10313 -0.31551 C -0.08789 -0.31226 -0.04167 -0.30601 -0.0569 -0.31111 C -0.09154 -0.32291 -0.12682 -0.32731 -0.16185 -0.33564 C -0.22018 -0.31064 -0.28373 -0.30949 -0.33685 -0.25995 C -0.35117 -0.24676 -0.31354 -0.21736 -0.29818 -0.20879 C -0.26927 -0.19351 -0.23815 -0.19699 -0.20807 -0.19166 C -0.06615 -0.21921 -0.05508 -0.18287 0.05182 -0.32893 C 0.06263 -0.34375 0.06601 -0.37037 0.07305 -0.39097 C 0.07148 -0.41666 0.07578 -0.4456 0.0681 -0.46666 C 0.03659 -0.55463 -0.11237 -0.53842 -0.12057 -0.54004 C -0.20313 -0.52963 -0.2875 -0.54143 -0.36797 -0.50879 C -0.39557 -0.49768 -0.43464 -0.46319 -0.43307 -0.41342 C -0.43138 -0.35902 -0.38555 -0.34513 -0.36172 -0.31111 C -0.23151 -0.32893 -0.10078 -0.34051 0.0293 -0.36435 C 0.03359 -0.36527 0.03971 -0.38217 0.03555 -0.38449 C 0.01015 -0.39768 -0.01693 -0.39629 -0.0431 -0.40208 C -0.57188 -0.35486 -0.42083 -0.21273 -0.3306 -0.50671 L -0.32318 -0.53101 C -0.3194 -0.48217 -0.32878 -0.42361 -0.31185 -0.38449 C -0.23412 -0.20486 -0.22865 -0.23194 -0.16185 -0.28009 C -0.15235 -0.29629 -0.13763 -0.30671 -0.13307 -0.32893 C -0.12136 -0.38796 -0.10677 -0.50717 -0.14688 -0.55763 C -0.1694 -0.58611 -0.19857 -0.59213 -0.22435 -0.60902 C -0.3194 -0.55162 -0.38841 -0.55625 -0.43438 -0.38217 C -0.44649 -0.33634 -0.43932 -0.28171 -0.4418 -0.23101 C -0.41849 -0.18518 -0.40404 -0.11713 -0.37188 -0.09328 C -0.26498 -0.01458 -0.11719 -0.1493 -0.02943 -0.2 C -0.01862 -0.22152 -0.00378 -0.23819 0.00312 -0.26435 C 0.00898 -0.28657 0.01276 -0.31551 0.0069 -0.33796 C -0.03386 -0.48981 -0.10078 -0.48541 -0.18685 -0.54004 C -0.2444 -0.52662 -0.30547 -0.53796 -0.35938 -0.5 C -0.44701 -0.43796 -0.428 -0.25162 -0.38932 -0.14444 C -0.32018 0.04815 -0.26797 0.05348 -0.16693 0.1132 C -0.1069 0.07176 -0.03711 0.06042 0.01315 -0.01111 C 0.03476 -0.04189 0.02565 -0.10879 0.02305 -0.15787 C 0.01198 -0.37569 -0.00925 -0.46851 -0.10938 -0.61111 C -0.13307 -0.64467 -0.16602 -0.64953 -0.1944 -0.66875 C -0.23021 -0.58449 -0.28229 -0.51527 -0.30182 -0.41551 C -0.33125 -0.2662 -0.24167 -0.09745 -0.19935 -0.00879 C -0.19636 -0.00254 -0.19024 -0.00601 -0.18568 -0.00439 C -0.18307 -0.02824 -0.1793 -0.05162 -0.17813 -0.07546 C -0.16992 -0.25601 -0.17761 -0.31736 -0.21563 -0.5199 C -0.22682 -0.57939 -0.2431 -0.56898 -0.2681 -0.57106 C -0.26979 -0.53333 -0.27435 -0.4956 -0.27318 -0.45763 C -0.26966 -0.34143 -0.25352 -0.24791 -0.20065 -0.16435 C -0.18516 -0.14027 -0.16068 -0.14513 -0.14063 -0.13564 C -0.12227 -0.16759 -0.09766 -0.19097 -0.08568 -0.23101 C -0.05964 -0.31805 -0.0582 -0.46527 -0.10938 -0.53333 C -0.14037 -0.5743 -0.18438 -0.56597 -0.22188 -0.58217 C -0.26185 -0.55856 -0.31211 -0.56412 -0.34193 -0.51111 C -0.40156 -0.40532 -0.36836 -0.22407 -0.32435 -0.13379 C -0.30586 -0.09513 -0.27435 -0.08588 -0.24935 -0.06226 C -0.22318 -0.07106 -0.19323 -0.06365 -0.17057 -0.08888 C -0.07409 -0.19676 -0.09636 -0.27129 -0.08815 -0.45324 C -0.09727 -0.49467 -0.09688 -0.54838 -0.11563 -0.57777 C -0.22201 -0.74421 -0.23594 -0.71643 -0.34557 -0.71111 C -0.37722 -0.67106 -0.42083 -0.65046 -0.44063 -0.59097 C -0.48125 -0.46967 -0.45742 -0.30902 -0.40065 -0.22222 C -0.37708 -0.18611 -0.34232 -0.18379 -0.31315 -0.16435 C -0.29141 -0.16597 -0.26628 -0.14768 -0.24818 -0.16921 C -0.1513 -0.28263 -0.10104 -0.40763 -0.20313 -0.58657 C -0.23464 -0.64213 -0.28646 -0.64004 -0.32813 -0.66689 C -0.48073 -0.55601 -0.55886 -0.6199 -0.52057 -0.32013 C -0.51445 -0.27199 -0.49063 -0.23703 -0.47565 -0.1956 C -0.44857 -0.20601 -0.41615 -0.19652 -0.3944 -0.22708 C -0.37839 -0.24953 -0.37904 -0.29513 -0.3793 -0.33148 C -0.38112 -0.50486 -0.3987 -0.48009 -0.47422 -0.57338 C -0.52852 -0.55254 -0.58412 -0.54097 -0.63685 -0.51111 C -0.67409 -0.49004 -0.66992 -0.48125 -0.66419 -0.45115 C -0.61615 -0.46759 -0.5836 -0.47708 -0.5306 -0.51111 C -0.48464 -0.54051 -0.43972 -0.57615 -0.39557 -0.61319 C -0.37969 -0.62685 -0.36563 -0.64606 -0.35065 -0.66226 C -0.33906 -0.69305 -0.34102 -0.68426 -0.39922 -0.65578 C -0.44909 -0.63101 -0.49766 -0.59953 -0.54688 -0.57106 C -0.57852 -0.53402 -0.61641 -0.50995 -0.64193 -0.45995 C -0.69024 -0.36527 -0.6306 -0.27569 -0.58685 -0.23564 C -0.56458 -0.21504 -0.53685 -0.22708 -0.51185 -0.22222 C -0.40404 -0.25347 -0.36198 -0.22893 -0.28685 -0.37338 C -0.27865 -0.38935 -0.28438 -0.41666 -0.28307 -0.43773 C -0.29818 -0.44745 -0.31224 -0.4699 -0.32813 -0.46666 C -0.4694 -0.43703 -0.45612 -0.4125 -0.54557 -0.25324 C -0.54349 -0.22083 -0.54544 -0.1868 -0.53932 -0.15555 C -0.5375 -0.14676 -0.52813 -0.13773 -0.52435 -0.14444 C -0.50833 -0.17245 -0.50026 -0.21111 -0.48815 -0.24467 C -0.48568 -0.31412 -0.48229 -0.38356 -0.4806 -0.45324 C -0.47917 -0.5074 -0.48386 -0.56203 -0.47943 -0.61551 C -0.47813 -0.63032 -0.47266 -0.58773 -0.47057 -0.57338 C -0.4655 -0.53657 -0.46224 -0.4993 -0.45807 -0.46226 C -0.45365 -0.18541 -0.50143 -0.06713 -0.38672 -0.22893 C -0.35833 -0.26921 -0.3336 -0.31782 -0.3069 -0.36226 C -0.29649 -0.40069 -0.28307 -0.43703 -0.27565 -0.47777 C -0.27279 -0.49328 -0.2707 -0.51458 -0.27682 -0.52662 C -0.28386 -0.54004 -0.29688 -0.53402 -0.3069 -0.53773 C -0.33568 -0.50671 -0.36927 -0.48657 -0.39297 -0.44444 C -0.43333 -0.37361 -0.42539 -0.25926 -0.42813 -0.17338 C -0.42422 -0.15787 -0.42604 -0.12199 -0.4168 -0.12662 C -0.36628 -0.15254 -0.31341 -0.30926 -0.28932 -0.36689 C -0.28399 -0.39421 -0.27669 -0.4206 -0.27318 -0.44884 C -0.27162 -0.46041 -0.26914 -0.49189 -0.27435 -0.48449 C -0.28464 -0.4699 -0.28607 -0.44282 -0.29193 -0.42222 C -0.29453 -0.24467 -0.31159 -0.26782 -0.25182 -0.13101 C -0.24896 -0.12453 -0.24271 -0.12662 -0.23815 -0.12453 C -0.19362 -0.1493 -0.08985 -0.20463 -0.05195 -0.23773 C -0.02656 -0.25995 -0.00521 -0.29398 0.0181 -0.32222 C 0.02305 -0.33564 0.03151 -0.34652 0.03307 -0.36226 C 0.03372 -0.36875 0.02513 -0.37662 0.02305 -0.37106 C 0.01107 -0.33958 0.0056 -0.30138 -0.00313 -0.26666 C 0.00521 -0.21782 0.01055 -0.16689 0.02187 -0.1199 C 0.02396 -0.11157 0.03047 -0.10555 0.03555 -0.10671 C 0.04284 -0.1081 0.04805 -0.1199 0.0543 -0.12662 C 0.07643 -0.18449 0.10013 -0.24027 0.12057 -0.3 C 0.13398 -0.33958 0.14466 -0.38078 0.1556 -0.42222 C 0.1569 -0.42685 0.15924 -0.44074 0.1569 -0.43773 C 0.11979 -0.39189 0.08828 -0.33171 0.04935 -0.2912 C -0.03998 -0.19814 0.0043 -0.22546 -0.0806 -0.1956 C -0.17331 -0.20694 -0.22057 -0.20486 -0.31315 -0.25324 C -0.3349 -0.26481 -0.35391 -0.28888 -0.37422 -0.30671 C -0.37813 -0.37546 -0.38464 -0.36527 -0.33438 -0.41551 C -0.27969 -0.4706 -0.17826 -0.51018 -0.12682 -0.53541 C -0.09896 -0.53032 -0.05873 -0.56157 -0.0431 -0.5199 C -0.01992 -0.4581 -0.09505 -0.33148 -0.11185 -0.29768 C -0.11784 -0.2662 -0.12162 -0.24814 -0.0832 -0.36226 C -0.07787 -0.37801 -0.07565 -0.39629 -0.07188 -0.41342 C -0.07057 -0.43171 -0.06732 -0.43101 -0.07188 -0.43101 " pathEditMode="relative" rAng="0" ptsTypes="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12" dur="12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089" y="-3997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.0819 -0.05116 L 0.0819 -0.05093 C 0.07604 -0.05487 0.07031 -0.05926 0.06432 -0.06227 C 0.06107 -0.06389 0.05768 -0.06459 0.05429 -0.06436 C 0.02643 -0.06389 -0.00143 -0.06158 -0.02943 -0.05996 C -0.07084 -0.04769 -0.04323 -0.0551 -0.14193 -0.06227 C -0.14779 -0.06274 -0.15352 -0.06528 -0.15938 -0.06667 C -0.16875 -0.06875 -0.18203 -0.07061 -0.19063 -0.07338 C -0.1974 -0.0757 -0.20404 -0.07894 -0.21068 -0.08218 C -0.21771 -0.08588 -0.22982 -0.09445 -0.23815 -0.09769 C -0.24063 -0.09885 -0.2431 -0.09931 -0.24557 -0.1 C -0.24766 -0.10232 -0.24961 -0.1051 -0.25182 -0.10672 C -0.2543 -0.10811 -0.2569 -0.10811 -0.25938 -0.1088 C -0.26354 -0.11019 -0.26771 -0.11181 -0.27188 -0.11343 C -0.30143 -0.11181 -0.33112 -0.11135 -0.36068 -0.1088 C -0.36524 -0.10857 -0.36979 -0.10579 -0.37435 -0.1044 C -0.38268 -0.10209 -0.39102 -0.09931 -0.39935 -0.09769 C -0.4194 -0.09422 -0.43932 -0.0919 -0.45938 -0.08889 C -0.51849 -0.07987 -0.45886 -0.08889 -0.50807 -0.0801 C -0.51732 -0.07824 -0.52643 -0.07709 -0.53568 -0.07547 L -0.56068 -0.07107 C -0.58685 -0.07176 -0.61315 -0.0713 -0.63933 -0.07338 C -0.64128 -0.07338 -0.64297 -0.0757 -0.6444 -0.07778 C -0.64597 -0.0801 -0.64675 -0.0838 -0.64818 -0.08658 C -0.65287 -0.11158 -0.65078 -0.09445 -0.64818 -0.13565 C -0.64766 -0.14352 -0.64779 -0.15047 -0.64675 -0.15787 C -0.64505 -0.17246 -0.64102 -0.17824 -0.63568 -0.18889 C -0.6336 -0.19329 -0.63203 -0.19815 -0.62943 -0.2 C -0.62474 -0.20394 -0.6194 -0.20463 -0.61432 -0.20672 C -0.59636 -0.21574 -0.59401 -0.21829 -0.57435 -0.22454 C -0.56524 -0.22732 -0.55599 -0.22894 -0.54688 -0.23102 C -0.51927 -0.22709 -0.48451 -0.22755 -0.4569 -0.2088 C -0.42044 -0.18403 -0.39336 -0.15787 -0.36068 -0.12246 C -0.33841 -0.09815 -0.35052 -0.10996 -0.33438 -0.08449 C -0.33034 -0.07824 -0.32591 -0.07269 -0.32188 -0.06667 C -0.3181 -0.06088 -0.31524 -0.05278 -0.31068 -0.04885 C -0.29623 -0.03681 -0.2806 -0.02963 -0.26563 -0.01991 C -0.2586 -0.02084 -0.25143 -0.01991 -0.2444 -0.02223 C -0.24206 -0.02292 -0.24037 -0.02709 -0.23815 -0.02894 C -0.23281 -0.03311 -0.22735 -0.03681 -0.22188 -0.04005 C -0.21992 -0.04121 -0.21771 -0.04144 -0.21563 -0.04213 C -0.20768 -0.04584 -0.19974 -0.04954 -0.19193 -0.05324 C -0.18985 -0.05278 -0.17031 -0.04815 -0.1944 -0.04885 L -0.42943 -0.05787 C -0.46146 -0.05625 -0.49349 -0.05255 -0.52565 -0.05324 C -0.52696 -0.05348 -0.52709 -0.05764 -0.52682 -0.05996 C -0.52656 -0.0632 -0.52552 -0.06621 -0.52435 -0.06899 C -0.52253 -0.07315 -0.51992 -0.07593 -0.5181 -0.0801 C -0.51537 -0.08635 -0.51354 -0.09375 -0.51068 -0.1 C -0.50768 -0.10649 -0.50365 -0.11135 -0.50065 -0.11783 C -0.49701 -0.1257 -0.4944 -0.13473 -0.49063 -0.14213 C -0.48555 -0.15255 -0.47956 -0.16112 -0.47435 -0.17107 C -0.45951 -0.2 -0.43711 -0.2625 -0.42943 -0.28218 C -0.42891 -0.28496 -0.42813 -0.28658 -0.42813 -0.28889 C -0.42813 -0.2919 -0.42813 -0.3 -0.42943 -0.29769 C -0.43386 -0.28982 -0.43607 -0.27848 -0.43932 -0.26899 C -0.43789 -0.25278 -0.43815 -0.24537 -0.43568 -0.27547 C -0.43281 -0.30903 -0.4306 -0.34213 -0.42813 -0.37547 C -0.42891 -0.46875 -0.42969 -0.56227 -0.4306 -0.65579 C -0.43099 -0.68889 -0.43047 -0.72246 -0.4319 -0.75556 C -0.43203 -0.7588 -0.43334 -0.74931 -0.43438 -0.74653 C -0.4375 -0.73889 -0.44154 -0.73241 -0.4444 -0.72431 C -0.45521 -0.69445 -0.46589 -0.66459 -0.47565 -0.63334 C -0.49115 -0.5838 -0.52071 -0.50186 -0.5306 -0.43334 C -0.53242 -0.42084 -0.53307 -0.40811 -0.53438 -0.39584 C -0.53399 -0.37848 -0.53529 -0.36112 -0.53307 -0.34445 C -0.53281 -0.34144 -0.5293 -0.34445 -0.52813 -0.34653 C -0.50612 -0.39098 -0.48399 -0.43473 -0.46432 -0.48218 C -0.45847 -0.49653 -0.45586 -0.51459 -0.45182 -0.53102 C -0.4418 -0.57315 -0.44375 -0.56621 -0.43815 -0.60903 C -0.43854 -0.61922 -0.43763 -0.6301 -0.43932 -0.64005 C -0.43972 -0.64213 -0.44206 -0.63889 -0.4431 -0.63797 C -0.44662 -0.63403 -0.45039 -0.6301 -0.45313 -0.62431 C -0.45716 -0.61644 -0.46016 -0.60695 -0.46315 -0.59792 C -0.47266 -0.56783 -0.48151 -0.53704 -0.49063 -0.50672 C -0.49336 -0.47732 -0.49818 -0.43473 -0.49818 -0.4044 C -0.49818 -0.38056 -0.49649 -0.35718 -0.49557 -0.33334 C -0.49193 -0.33565 -0.48711 -0.33473 -0.48438 -0.34005 C -0.46328 -0.38033 -0.46302 -0.3919 -0.45443 -0.43542 C -0.45352 -0.44746 -0.45117 -0.45926 -0.45182 -0.47107 C -0.45599 -0.53797 -0.45521 -0.54237 -0.47057 -0.58218 C -0.47214 -0.58612 -0.47396 -0.58982 -0.47565 -0.59329 C -0.48307 -0.54375 -0.49128 -0.49445 -0.49818 -0.44445 C -0.50052 -0.42686 -0.50287 -0.40903 -0.50313 -0.39098 C -0.50378 -0.34584 -0.50248 -0.30093 -0.50065 -0.25602 C -0.5 -0.23982 -0.49831 -0.23936 -0.4931 -0.23334 C -0.47435 -0.28496 -0.45287 -0.33311 -0.43685 -0.38658 C -0.42813 -0.41667 -0.42409 -0.49676 -0.42188 -0.52894 C -0.42396 -0.59468 -0.42552 -0.66065 -0.42813 -0.72662 C -0.42826 -0.72894 -0.42917 -0.72246 -0.42943 -0.71991 C -0.42995 -0.71436 -0.43034 -0.70811 -0.4306 -0.70232 C -0.43151 -0.68727 -0.43229 -0.67246 -0.43307 -0.65764 C -0.43138 -0.63565 -0.44557 -0.39098 -0.39557 -0.32014 C -0.39206 -0.31482 -0.38724 -0.3125 -0.38307 -0.30903 C -0.37774 -0.30973 -0.3711 -0.30487 -0.36693 -0.31112 C -0.34597 -0.3419 -0.37865 -0.38218 -0.38568 -0.39769 C -0.3931 -0.38449 -0.40091 -0.37315 -0.4056 -0.35556 C -0.40847 -0.34491 -0.40977 -0.33334 -0.41185 -0.32223 C -0.4155 -0.27848 -0.41745 -0.28218 -0.40443 -0.22709 C -0.40352 -0.22292 -0.40026 -0.22385 -0.39818 -0.22223 C -0.37461 -0.23612 -0.38568 -0.22616 -0.36563 -0.31112 C -0.35899 -0.33959 -0.35599 -0.39306 -0.35313 -0.42223 C -0.34922 -0.46227 -0.34479 -0.50209 -0.34063 -0.54213 C -0.33985 -0.57338 -0.33841 -0.6044 -0.33815 -0.63565 C -0.33802 -0.64607 -0.33659 -0.65741 -0.33932 -0.6669 C -0.3405 -0.67037 -0.34375 -0.6625 -0.34557 -0.65996 C -0.34961 -0.6544 -0.35339 -0.64862 -0.3569 -0.64213 C -0.37774 -0.60348 -0.37305 -0.60903 -0.38815 -0.55556 C -0.39935 -0.40718 -0.40807 -0.37639 -0.3944 -0.22709 C -0.39375 -0.21945 -0.38776 -0.21783 -0.38438 -0.21343 C -0.38268 -0.21482 -0.38073 -0.21574 -0.37943 -0.21783 C -0.37084 -0.23287 -0.35573 -0.27362 -0.35065 -0.28658 C -0.33255 -0.43959 -0.32005 -0.4713 -0.3306 -0.61551 C -0.33112 -0.62269 -0.33646 -0.62593 -0.33932 -0.63102 C -0.34401 -0.62755 -0.34974 -0.62639 -0.35313 -0.61991 C -0.38503 -0.55949 -0.37761 -0.55186 -0.38438 -0.46667 C -0.3819 -0.45116 -0.38268 -0.43264 -0.37682 -0.41991 C -0.35 -0.3625 -0.33789 -0.3926 -0.30443 -0.41343 C -0.30104 -0.42153 -0.29701 -0.42871 -0.2944 -0.43774 C -0.28763 -0.46065 -0.28451 -0.49954 -0.2819 -0.52223 C -0.28307 -0.52593 -0.28321 -0.5338 -0.28568 -0.53334 C -0.28867 -0.53264 -0.28867 -0.52408 -0.29063 -0.51991 C -0.29453 -0.51135 -0.29896 -0.50371 -0.30313 -0.49561 C -0.33841 -0.34514 -0.3319 -0.40787 -0.3319 -0.20672 L -0.32813 -0.2 C -0.32018 -0.2051 -0.31081 -0.20602 -0.30443 -0.21574 C -0.25821 -0.28658 -0.2655 -0.34213 -0.25065 -0.45556 C -0.25143 -0.45857 -0.2513 -0.46366 -0.25313 -0.46436 C -0.25456 -0.46505 -0.25482 -0.45996 -0.2556 -0.45764 C -0.25781 -0.45116 -0.25977 -0.44445 -0.26185 -0.43774 C -0.26432 -0.41412 -0.2694 -0.37338 -0.2681 -0.35116 C -0.26654 -0.32246 -0.2638 -0.29352 -0.25807 -0.26667 C -0.2556 -0.25487 -0.24935 -0.24699 -0.2444 -0.23774 C -0.24011 -0.23033 -0.2362 -0.22061 -0.2306 -0.21574 C -0.21302 -0.19977 -0.19401 -0.18889 -0.17565 -0.1757 C -0.17318 -0.17709 -0.17071 -0.17871 -0.1681 -0.18033 C -0.16654 -0.18079 -0.16485 -0.18241 -0.16315 -0.18218 C -0.15847 -0.18195 -0.15391 -0.17917 -0.14935 -0.17778 C -0.14479 -0.17107 -0.13998 -0.16482 -0.13568 -0.15787 C -0.12214 -0.13565 -0.11849 -0.125 -0.1056 -0.10672 C -0.10326 -0.10324 -0.10065 -0.1007 -0.09818 -0.09769 C -0.09531 -0.09468 -0.09206 -0.0926 -0.08946 -0.08889 C -0.06576 -0.05533 -0.09063 -0.08658 -0.07318 -0.05556 C -0.07188 -0.05324 -0.06979 -0.05255 -0.0681 -0.05116 C -0.06576 -0.04931 -0.06107 -0.04584 -0.05821 -0.04445 C -0.04714 -0.03889 -0.05834 -0.04537 -0.04935 -0.04005 C 0.01484 -0.05278 -0.04701 -0.03727 0.02435 -0.06667 C 0.0289 -0.06852 0.03359 -0.06783 0.03815 -0.06899 C 0.04271 -0.06991 0.04726 -0.07199 0.05182 -0.07338 C 0.05482 -0.07431 0.05768 -0.07477 0.06054 -0.07547 C 0.06471 -0.07477 0.06979 -0.07778 0.07304 -0.07338 C 0.07487 -0.07107 0.07291 -0.06227 0.07057 -0.06227 C 0.04479 -0.06088 0.01888 -0.06574 -0.0069 -0.06899 C -0.02448 -0.07107 -0.0418 -0.0757 -0.05938 -0.07778 C -0.07774 -0.0801 -0.0961 -0.07987 -0.11432 -0.08218 C -0.15104 -0.08727 -0.18776 -0.09399 -0.22435 -0.1 C -0.25938 -0.08889 -0.29453 -0.0794 -0.32943 -0.06667 C -0.33112 -0.06598 -0.3349 -0.06042 -0.33307 -0.05996 C -0.3293 -0.0588 -0.32565 -0.06297 -0.32188 -0.06436 C -0.30274 -0.07246 -0.28347 -0.07987 -0.26432 -0.08889 L -0.22682 -0.10672 C -0.21276 -0.11297 -0.19831 -0.11783 -0.18438 -0.12454 C -0.16081 -0.13704 -0.13724 -0.14908 -0.11432 -0.16436 C -0.10091 -0.17338 -0.08711 -0.18241 -0.07565 -0.19815 C -0.06927 -0.20625 -0.06862 -0.20533 -0.07565 -0.20232 C -0.07904 -0.19699 -0.08281 -0.1926 -0.08568 -0.18681 C -0.11615 -0.12408 -0.11875 -0.12593 -0.1319 -0.06667 C -0.13594 -0.04838 -0.13932 -0.02963 -0.1431 -0.01112 C -0.14232 -0.0044 -0.14388 0.00509 -0.14063 0.00879 C -0.12943 0.02152 -0.12878 -0.00162 -0.12682 -0.0088 C -0.12591 -0.01274 -0.12435 -0.01621 -0.12318 -0.01991 C -0.12227 -0.04676 -0.11849 -0.07362 -0.12057 -0.1 C -0.12474 -0.14931 -0.13425 -0.19653 -0.14193 -0.24468 C -0.14414 -0.25926 -0.14753 -0.27269 -0.15065 -0.28658 C -0.15209 -0.29329 -0.14792 -0.27362 -0.14688 -0.26667 C -0.13542 -0.19422 -0.12774 -0.11968 -0.11315 -0.04885 C -0.11276 -0.04699 -0.08047 0.08217 -0.05938 0.10208 C -0.05313 0.1081 -0.04518 0.1037 -0.03815 0.10439 C -0.03477 0.10138 -0.03125 0.0993 -0.02813 0.0956 C -0.02084 0.08703 -0.01576 0.07615 -0.01185 0.06226 C -0.0043 0.03449 0.00208 0.00578 0.00937 -0.02223 C 0.01653 -0.04977 0.04752 -0.15463 0.04935 -0.15996 C 0.05898 -0.18843 0.08541 -0.27524 0.07812 -0.24468 C 0.07435 -0.22894 0.06992 -0.21412 0.06679 -0.19815 C 0.05859 -0.15371 0.05182 -0.1088 0.0444 -0.06436 C 0.04219 -0.01945 0.03854 0.01643 0.04687 0.06226 C 0.04778 0.06713 0.05273 0.06365 0.0556 0.06435 C 0.07526 0.04699 0.08164 0.0456 0.09557 0.02222 C 0.09883 0.01689 0.10195 0.01088 0.10429 0.00439 C 0.12239 -0.04375 0.12734 -0.05232 0.13437 -0.09769 C 0.13594 -0.10811 0.13646 -0.11875 0.13815 -0.12894 C 0.15508 -0.23727 0.14088 -0.13218 0.15065 -0.20672 C 0.15104 -0.17709 0.15104 -0.14746 0.15182 -0.11783 C 0.15273 -0.08912 0.15338 -0.06737 0.16185 -0.04213 C 0.16354 -0.03727 0.16679 -0.03473 0.1694 -0.03102 C 0.18255 -0.03241 0.19609 -0.02755 0.2069 -0.04445 C 0.21068 -0.05047 0.21263 -0.05926 0.21562 -0.06667 C 0.2194 -0.0926 0.22513 -0.11783 0.22682 -0.14445 C 0.23307 -0.24074 0.23437 -0.2382 0.2194 -0.21112 C 0.21028 -0.13056 0.20937 -0.12917 0.20807 0.00231 C 0.20742 0.07777 0.20534 0.06805 0.21679 0.10208 C 0.22161 0.13611 0.21693 0.09884 0.19804 0.04884 C 0.19219 0.0331 0.18581 0.01759 0.17812 0.00439 C 0.08828 -0.15093 0.12265 -0.10394 0.00182 -0.1757 C -0.00977 -0.17338 -0.02188 -0.17477 -0.03321 -0.16922 C -0.03906 -0.16598 -0.04362 -0.15649 -0.04818 -0.14885 C -0.06146 -0.12686 -0.07513 -0.10487 -0.08685 -0.0801 C -0.11706 -0.01644 -0.09414 -0.02732 -0.11432 -0.01991 C -0.1181 -0.02153 -0.12201 -0.02199 -0.12565 -0.02454 C -0.12878 -0.02662 -0.13112 -0.03149 -0.13438 -0.03334 C -0.13919 -0.03612 -0.1444 -0.03658 -0.14935 -0.03774 C -0.15938 -0.04028 -0.1694 -0.04213 -0.17943 -0.04445 C -0.20026 -0.06158 -0.22175 -0.07616 -0.24193 -0.09561 C -0.27383 -0.12639 -0.29141 -0.14676 -0.3319 -0.16274 C -0.36511 -0.17477 -0.39935 -0.17709 -0.43307 -0.18449 C -0.48646 -0.17963 -0.48581 -0.19005 -0.53568 -0.14028 C -0.56419 -0.11135 -0.59102 -0.07732 -0.6181 -0.04445 C -0.63985 -0.01829 -0.62097 -0.03658 -0.63568 -0.01343 C -0.63685 -0.01112 -0.63893 -0.01042 -0.6405 -0.0088 C -0.63815 -0.01713 -0.63529 -0.025 -0.63308 -0.03334 C -0.63086 -0.04144 -0.6293 -0.05 -0.62682 -0.05787 C -0.62383 -0.06783 -0.62005 -0.07686 -0.61693 -0.08658 C -0.61341 -0.09769 -0.61029 -0.10903 -0.6069 -0.11991 C -0.60456 -0.12755 -0.6013 -0.13426 -0.59935 -0.14213 C -0.58919 -0.18357 -0.58529 -0.22547 -0.56693 -0.25787 C -0.55781 -0.27385 -0.56263 -0.26875 -0.55313 -0.27547 C -0.55026 -0.27408 -0.54701 -0.27385 -0.5444 -0.27107 C -0.53125 -0.25787 -0.52761 -0.24051 -0.51563 -0.22223 C -0.50703 -0.20926 -0.49662 -0.2 -0.48815 -0.18681 C -0.46367 -0.14769 -0.47149 -0.13542 -0.43815 -0.10672 C -0.39076 -0.06574 -0.34141 -0.03264 -0.2931 0.00439 C -0.27735 0.00231 -0.26081 0.00578 -0.24557 -0.00232 C -0.2388 -0.00579 -0.23516 -0.01922 -0.2306 -0.02894 C -0.22891 -0.03264 -0.228 -0.03774 -0.22682 -0.04213 C -0.22552 -0.04746 -0.22422 -0.05255 -0.22318 -0.05787 C -0.21914 -0.07848 -0.22071 -0.10487 -0.21185 -0.11991 C -0.19063 -0.15672 -0.13685 -0.20625 -0.10313 -0.22223 C -0.08841 -0.22917 -0.07318 -0.23102 -0.05821 -0.23565 C -0.00143 -0.27385 0.02422 -0.28496 0.07435 -0.34213 C 0.12539 -0.40093 0.07018 -0.37524 0.1431 -0.44005 C 0.14648 -0.44283 0.14948 -0.44746 0.15312 -0.44885 C 0.15963 -0.45116 0.1664 -0.45047 0.17304 -0.45116 C 0.19414 -0.48843 0.18502 -0.47431 0.19935 -0.49561 C 0.20013 -0.5 0.20078 -0.50463 0.20182 -0.5088 C 0.20299 -0.51343 0.20547 -0.51713 0.2056 -0.52223 C 0.20599 -0.53936 0.21002 -0.56135 0.20312 -0.57338 C 0.13008 -0.69838 0.1375 -0.68959 0.07929 -0.7 C 0.05898 -0.68658 0.0345 -0.68542 0.0181 -0.65996 C -0.025 -0.59306 -0.05794 -0.50741 -0.0944 -0.42894 C -0.09922 -0.41829 -0.10039 -0.40324 -0.1056 -0.39329 C -0.13386 -0.33959 -0.13099 -0.34352 -0.15313 -0.32662 C -0.16328 -0.32987 -0.17995 -0.32987 -0.18932 -0.34445 C -0.1974 -0.35718 -0.20469 -0.37061 -0.21185 -0.38449 C -0.2224 -0.40463 -0.21953 -0.40857 -0.23307 -0.42662 C -0.24896 -0.44792 -0.26276 -0.47732 -0.2819 -0.48658 C -0.29102 -0.49098 -0.30013 -0.4963 -0.30938 -0.5 C -0.38646 -0.52963 -0.52018 -0.51436 -0.56185 -0.51551 C -0.55781 -0.55186 -0.56224 -0.52732 -0.5569 -0.54445 C -0.55391 -0.55371 -0.553 -0.56181 -0.54818 -0.56875 C -0.54505 -0.57338 -0.54128 -0.57593 -0.53815 -0.57987 C -0.52487 -0.59699 -0.52565 -0.60186 -0.50938 -0.6132 C -0.50547 -0.61598 -0.50104 -0.61621 -0.49688 -0.61783 C -0.46393 -0.59028 -0.42709 -0.57454 -0.39818 -0.53542 C -0.36667 -0.49306 -0.32865 -0.34213 -0.31068 -0.28658 C -0.29727 -0.2463 -0.28268 -0.20625 -0.2681 -0.16667 C -0.26354 -0.15463 -0.25899 -0.1419 -0.25313 -0.13102 C -0.2418 -0.11042 -0.23125 -0.08681 -0.21693 -0.07338 L -0.17188 -0.03102 C -0.14727 -0.03866 -0.11862 -0.04306 -0.0944 -0.05996 C -0.08711 -0.06505 -0.08034 -0.07223 -0.07318 -0.07778 C -0.06485 -0.08403 -0.05638 -0.08912 -0.04818 -0.09561 C -0.03959 -0.10232 -0.03164 -0.11135 -0.02318 -0.11783 C -0.00156 -0.13542 0.02018 -0.15186 0.04179 -0.16922 C 0.04388 -0.16806 0.04713 -0.17014 0.04804 -0.16667 C 0.04896 -0.16436 0.0457 -0.16181 0.0444 -0.15996 C 0.04036 -0.15463 0.03659 -0.14769 0.0319 -0.14445 C 0.02018 -0.13635 0.00781 -0.13125 -0.00443 -0.12662 C -0.05222 -0.10834 -0.13138 -0.09769 -0.1694 -0.09561 C -0.25938 -0.09051 -0.34935 -0.0926 -0.43932 -0.09121 L -0.48685 -0.09769 C -0.48854 -0.09815 -0.49193 -0.09699 -0.49193 -0.1 C -0.48946 -0.20463 -0.48659 -0.30949 -0.47943 -0.41343 C -0.47813 -0.43102 -0.47188 -0.44653 -0.46693 -0.46227 C -0.46185 -0.47778 -0.45612 -0.49306 -0.44935 -0.50672 C -0.42656 -0.55255 -0.378 -0.58889 -0.35443 -0.60903 C -0.34649 -0.61551 -0.33776 -0.61783 -0.32943 -0.62223 C -0.30352 -0.6051 -0.27643 -0.59329 -0.25182 -0.57107 C -0.24675 -0.56644 -0.24597 -0.55348 -0.2431 -0.54445 C -0.24089 -0.53704 -0.2388 -0.52963 -0.23685 -0.52223 C -0.23307 -0.50741 -0.23047 -0.49167 -0.22565 -0.47778 C -0.22031 -0.4625 -0.21328 -0.44931 -0.2069 -0.43542 C -0.19896 -0.41852 -0.19154 -0.40533 -0.1819 -0.39098 C -0.17709 -0.38403 -0.17279 -0.375 -0.16693 -0.37107 C -0.15117 -0.36065 -0.13438 -0.35625 -0.1181 -0.34908 C -0.07969 -0.35116 -0.07344 -0.33959 -0.0431 -0.39769 L -0.01315 -0.45556 C -0.01107 -0.46505 -0.0086 -0.47454 -0.0069 -0.48449 C -0.00612 -0.48866 -0.00417 -0.49422 -0.0056 -0.49769 C -0.01628 -0.52269 -0.0211 -0.5176 -0.03438 -0.52662 C -0.03906 -0.52987 -0.04362 -0.53403 -0.04818 -0.53774 C -0.08399 -0.51042 -0.12005 -0.48426 -0.1556 -0.45556 C -0.20235 -0.41829 -0.16446 -0.43912 -0.21563 -0.39329 C -0.25599 -0.35741 -0.29453 -0.31227 -0.33815 -0.29121 C -0.49571 -0.21644 -0.25222 -0.33473 -0.41315 -0.24676 C -0.49818 -0.20024 -0.44935 -0.24144 -0.48815 -0.20672 C -0.49024 -0.21042 -0.49466 -0.2125 -0.4944 -0.21783 C -0.48998 -0.28496 -0.48464 -0.3 -0.46432 -0.34653 C -0.41315 -0.46436 -0.40378 -0.49213 -0.34935 -0.58218 C -0.33998 -0.59792 -0.32123 -0.62593 -0.3069 -0.63334 C -0.29427 -0.63982 -0.28099 -0.64213 -0.2681 -0.64653 C -0.26432 -0.64283 -0.26029 -0.64051 -0.2569 -0.63565 C -0.25274 -0.62963 -0.24896 -0.62292 -0.24557 -0.61551 C -0.21888 -0.55672 -0.22383 -0.54098 -0.20065 -0.44885 C -0.19167 -0.41343 -0.14896 -0.18843 -0.10313 -0.10672 C -0.09649 -0.09468 -0.08893 -0.0838 -0.0806 -0.07547 C -0.06667 -0.06158 -0.05143 -0.05186 -0.03685 -0.04005 C -0.01524 -0.04144 0.00651 -0.04213 0.02812 -0.04445 C 0.03945 -0.04584 0.05156 -0.04283 0.06185 -0.05116 C 0.07539 -0.06204 0.08554 -0.08311 0.09687 -0.1 C 0.11419 -0.1257 0.11419 -0.12801 0.12682 -0.15556 C 0.1289 -0.16598 0.13151 -0.17593 0.13307 -0.18681 C 0.13398 -0.19237 0.13698 -0.2007 0.13437 -0.20463 C 0.125 -0.21737 0.09622 -0.2213 0.08554 -0.22223 C 0.04557 -0.22593 0.0056 -0.22871 -0.03438 -0.23102 C -0.05456 -0.22547 -0.10052 -0.21343 -0.12188 -0.20463 C -0.15117 -0.19213 -0.17969 -0.17338 -0.20938 -0.16436 C -0.2336 -0.15695 -0.30521 -0.15024 -0.33932 -0.14676 L -0.5069 -0.15556 C -0.51341 -0.15625 -0.51289 -0.15949 -0.51432 -0.16667 C -0.51485 -0.1757 -0.51667 -0.18519 -0.51563 -0.19329 C -0.51003 -0.23843 -0.50664 -0.28588 -0.4944 -0.32662 C -0.48399 -0.36135 -0.44883 -0.40857 -0.42682 -0.42894 C -0.41563 -0.43936 -0.4043 -0.45139 -0.39193 -0.45556 C -0.36888 -0.4632 -0.34518 -0.46135 -0.32188 -0.46436 C -0.30664 -0.45996 -0.27539 -0.45348 -0.26185 -0.43774 C -0.24362 -0.41667 -0.22852 -0.38774 -0.21185 -0.36227 C -0.1944 -0.3044 -0.17526 -0.24815 -0.15938 -0.18889 C -0.14935 -0.15162 -0.14518 -0.10973 -0.13438 -0.07338 C -0.12643 -0.04676 -0.1194 -0.01922 -0.11068 0.00671 C -0.10847 0.01296 -0.10196 0.02222 -0.10196 0.02245 C -0.09518 0.02083 -0.08841 0.02083 -0.0819 0.01782 C -0.07865 0.0162 -0.07591 0.01226 -0.07318 0.00879 C -0.03373 -0.04121 -0.04388 -0.03287 -0.00196 -0.11783 C 0.00039 -0.14561 0.00195 -0.15209 -0.00821 -0.18889 C -0.0125 -0.20487 -0.04297 -0.24213 -0.04818 -0.24676 C -0.14701 -0.33473 -0.12474 -0.30463 -0.25807 -0.31783 C -0.28229 -0.30417 -0.34883 -0.26945 -0.3806 -0.24213 C -0.38946 -0.23496 -0.39727 -0.22454 -0.4056 -0.21574 C -0.41901 -0.18449 -0.43268 -0.15394 -0.44557 -0.12246 C -0.44727 -0.11829 -0.45013 -0.10417 -0.44935 -0.1088 C -0.44779 -0.11875 -0.44518 -0.12824 -0.4431 -0.13774 C -0.43789 -0.24977 -0.43138 -0.36922 -0.44193 -0.47778 C -0.44896 -0.5507 -0.44688 -0.25602 -0.44688 -0.25533 C -0.44649 -0.20371 -0.44492 -0.04815 -0.44557 -0.1 C -0.44688 -0.18033 -0.4474 -0.25996 -0.44818 -0.34005 C -0.44909 -0.44561 -0.44922 -0.55024 -0.45065 -0.65579 C -0.45091 -0.67917 -0.45222 -0.70301 -0.45313 -0.72662 C -0.45456 -0.76204 -0.45521 -0.77269 -0.4569 -0.80209 C -0.46055 -0.60857 -0.46042 -0.60695 -0.46693 -0.35116 C -0.46758 -0.32593 -0.46849 -0.30093 -0.4694 -0.27547 C -0.46901 -0.24144 -0.46966 -0.20764 -0.4681 -0.17338 C -0.46784 -0.16806 -0.46615 -0.18357 -0.46563 -0.18889 C -0.46446 -0.2 -0.46446 -0.21135 -0.46315 -0.22223 C -0.45912 -0.2544 -0.45521 -0.28658 -0.44935 -0.31783 C -0.41784 -0.48612 -0.42474 -0.46783 -0.3694 -0.65579 L -0.3556 -0.70232 C -0.35482 -0.69584 -0.35326 -0.68889 -0.35313 -0.68218 C -0.34701 -0.22385 -0.38685 -0.36899 -0.34688 -0.22709 C -0.33685 -0.2713 -0.34662 -0.22408 -0.33815 -0.28218 C -0.33125 -0.32987 -0.32162 -0.38218 -0.31563 -0.43102 C -0.30456 -0.52153 -0.31875 -0.44491 -0.29557 -0.57338 C -0.29492 -0.57732 -0.2931 -0.58079 -0.29193 -0.58449 C -0.28581 -0.51991 -0.29219 -0.59074 -0.28815 -0.41991 C -0.28763 -0.39931 -0.28659 -0.37848 -0.28568 -0.35764 C -0.27787 -0.18125 -0.28789 -0.24491 -0.27057 -0.15324 C -0.26693 -0.15787 -0.26289 -0.16181 -0.25938 -0.16667 C -0.24024 -0.19352 -0.20599 -0.26598 -0.20065 -0.2801 C -0.1931 -0.29931 -0.18503 -0.31783 -0.17813 -0.33797 C -0.09727 -0.57246 -0.14167 -0.49838 -0.0944 -0.57338 C -0.09167 -0.58287 -0.09089 -0.58982 -0.09063 -0.56875 C -0.08946 -0.4882 -0.08893 -0.40741 -0.08815 -0.32662 C -0.03646 -0.47963 -0.08685 -0.32732 -0.03685 -0.48889 C -0.0293 -0.51366 -0.02253 -0.53959 -0.01315 -0.56227 L 0.00807 -0.6132 C 0.01015 -0.60834 0.0125 -0.60348 0.01432 -0.59792 C 0.01653 -0.59144 0.02383 -0.56181 0.02435 -0.55996 C 0.0319 -0.53334 0.04062 -0.50672 0.05182 -0.48449 C 0.0556 -0.47686 0.06107 -0.47246 0.06562 -0.46667 C 0.0694 -0.46737 0.07422 -0.46412 0.07682 -0.46875 C 0.11666 -0.53959 0.09453 -0.51158 0.11054 -0.55764 C 0.11354 -0.56621 0.11758 -0.57362 0.12057 -0.58218 C 0.12721 -0.60047 0.13307 -0.61922 0.13932 -0.63797 C 0.14752 -0.66181 0.14036 -0.63889 0.1444 -0.65579 C 0.14505 -0.65857 0.14505 -0.66412 0.14687 -0.66459 C 0.16888 -0.66783 0.19101 -0.66621 0.21315 -0.6669 C 0.21015 -0.67385 0.20521 -0.68797 0.20065 -0.69352 C 0.19258 -0.70232 0.18411 -0.70996 0.17565 -0.7176 C 0.172 -0.72107 0.16797 -0.72315 0.16432 -0.72662 C 0.15599 -0.73496 0.15677 -0.73936 0.14804 -0.74445 C 0.13398 -0.75301 0.12838 -0.75348 0.11432 -0.75764 L -0.01693 -0.75324 C -0.02357 -0.75301 -0.03021 -0.75093 -0.03685 -0.75093 L -0.23438 -0.75764 C -0.23932 -0.75926 -0.24453 -0.75926 -0.24935 -0.76204 C -0.25182 -0.76366 -0.2543 -0.76574 -0.2569 -0.76667 C -0.26393 -0.76875 -0.2711 -0.76922 -0.27813 -0.77107 C -0.28021 -0.77153 -0.28229 -0.77292 -0.28438 -0.77315 C -0.31107 -0.77732 -0.32722 -0.77801 -0.35313 -0.77987 C -0.36016 -0.77917 -0.36732 -0.77894 -0.37435 -0.77778 C -0.37565 -0.77755 -0.37682 -0.77616 -0.37813 -0.77547 C -0.38386 -0.77292 -0.38828 -0.77246 -0.3944 -0.77107 L -0.4319 -0.75324 C -0.43399 -0.75209 -0.43607 -0.7507 -0.43815 -0.74885 C -0.44193 -0.74537 -0.44544 -0.73843 -0.44818 -0.73334 C -0.45664 -0.71644 -0.46511 -0.69954 -0.47318 -0.68218 C -0.47474 -0.67894 -0.47539 -0.67431 -0.47682 -0.67107 C -0.47917 -0.66621 -0.48216 -0.6625 -0.48438 -0.65764 C -0.48594 -0.6544 -0.48672 -0.65 -0.48815 -0.64653 C -0.49011 -0.64213 -0.49232 -0.63797 -0.4944 -0.63334 C -0.49518 -0.62917 -0.49571 -0.62431 -0.49688 -0.61991 C -0.49948 -0.61065 -0.50274 -0.60209 -0.5056 -0.59329 C -0.51094 -0.57709 -0.51419 -0.56875 -0.5181 -0.55324 C -0.52852 -0.5132 -0.53529 -0.46204 -0.54063 -0.42477 L -0.5431 -0.40695 C -0.54349 -0.39931 -0.54375 -0.3919 -0.5444 -0.38449 C -0.54505 -0.37639 -0.54636 -0.36852 -0.54688 -0.36042 C -0.54844 -0.33797 -0.54935 -0.31551 -0.55065 -0.29329 C -0.54896 -0.2544 -0.54935 -0.21436 -0.54557 -0.1757 C -0.54466 -0.16598 -0.53972 -0.15949 -0.53685 -0.15139 C -0.53516 -0.14607 -0.5336 -0.14074 -0.5319 -0.13565 C -0.53151 -0.12963 -0.53307 -0.12199 -0.5306 -0.11783 C -0.52071 -0.10024 -0.50886 -0.08612 -0.49688 -0.07338 C -0.49401 -0.07037 -0.49024 -0.07176 -0.48685 -0.07107 C -0.46953 -0.0676 -0.45964 -0.06713 -0.43932 -0.06436 C -0.41354 -0.06968 -0.3875 -0.07153 -0.36185 -0.0801 C -0.35586 -0.08195 -0.35117 -0.09074 -0.34557 -0.09561 C -0.32943 -0.10996 -0.32735 -0.10672 -0.31068 -0.13102 C -0.30534 -0.13866 -0.30143 -0.14885 -0.29688 -0.15787 C -0.29544 -0.16436 -0.29011 -0.18519 -0.28932 -0.19167 C -0.28854 -0.19838 -0.28854 -0.20602 -0.28815 -0.21343 C -0.29271 -0.26551 -0.29571 -0.3176 -0.30182 -0.36875 C -0.30261 -0.37477 -0.31875 -0.42686 -0.32057 -0.43102 C -0.33112 -0.4544 -0.34245 -0.47662 -0.35443 -0.49769 C -0.35729 -0.50301 -0.35977 -0.50903 -0.36315 -0.5132 C -0.36862 -0.52014 -0.37409 -0.52824 -0.3806 -0.53102 C -0.42852 -0.55232 -0.41029 -0.54723 -0.43438 -0.55324 L -0.44688 -0.55116 C -0.4737 -0.52199 -0.47487 -0.45695 -0.48307 -0.41112 C -0.48985 -0.29723 -0.49154 -0.32338 -0.4444 -0.1338 C -0.4418 -0.12292 -0.4319 -0.12894 -0.42565 -0.12662 C -0.3444 -0.13866 -0.26263 -0.14283 -0.1819 -0.16274 C -0.15104 -0.16968 -0.1224 -0.19514 -0.09193 -0.20672 C -0.06446 -0.21737 -0.03672 -0.22593 -0.00938 -0.23774 C 0.19062 -0.325 -0.01862 -0.24144 0.07304 -0.27778 C 0.07773 -0.28496 0.08203 -0.2919 0.08685 -0.29769 C 0.08867 -0.3 0.09258 -0.29838 0.0931 -0.30255 C 0.09362 -0.30579 0.08984 -0.30579 0.08815 -0.30672 C 0.08151 -0.31065 0.075 -0.31574 0.0681 -0.31783 C 0.05612 -0.32107 0.04388 -0.32084 0.0319 -0.32223 C 0.02513 -0.32084 0.01823 -0.32176 0.01185 -0.31783 C -0.01185 -0.30417 -0.02383 -0.27362 -0.04193 -0.24213 C -0.06146 -0.16436 -0.08646 -0.09028 -0.10065 -0.0088 C -0.10378 0.00879 -0.10209 0.0412 -0.09193 0.04444 C -0.05404 0.05671 -0.01524 0.03541 0.02304 0.03101 C 0.05612 0.01435 0.09726 -0.00371 0.12812 -0.03102 C 0.14818 -0.04908 0.18554 -0.09329 0.18554 -0.09306 C 0.19765 -0.12408 0.19479 -0.11135 0.19804 -0.12894 C 0.1944 -0.13218 0.19075 -0.13565 0.18685 -0.13774 C 0.16693 -0.14838 0.15351 -0.12107 0.13437 -0.1044 C 0.12799 -0.07639 0.12448 -0.07801 0.14179 -0.04885 C 0.14401 -0.04537 0.14765 -0.04746 0.15065 -0.04676 C 0.16367 -0.03889 0.15299 -0.04422 0.17057 -0.04005 C 0.17656 -0.03866 0.17851 -0.03681 0.18437 -0.03334 C 0.17851 -0.03264 0.17265 -0.03264 0.16679 -0.03102 C 0.15807 -0.02894 0.14948 -0.02385 0.14062 -0.02223 C 0.11653 -0.01783 0.09232 -0.01621 0.0681 -0.01343 L -0.05443 0.02662 L -0.2069 0.07986 L -0.37057 0.07106 C -0.41784 0.06782 -0.3836 0.06736 -0.42057 0.06226 C -0.42982 0.06088 -0.43893 0.06064 -0.44818 0.05995 C -0.45599 0.05856 -0.46393 0.05625 -0.47188 0.05555 C -0.54167 0.04861 -0.52682 0.08449 -0.54193 0.04444 C -0.54271 0.02731 -0.5431 0.01018 -0.5444 -0.00672 C -0.54479 -0.01274 -0.54701 -0.01829 -0.54688 -0.02454 C -0.5461 -0.06968 -0.54375 -0.11482 -0.54193 -0.15996 C -0.54128 -0.17431 -0.54128 -0.18357 -0.53685 -0.19561 C -0.53268 -0.20718 -0.53073 -0.22616 -0.52318 -0.22894 C -0.48216 -0.24399 -0.43985 -0.24074 -0.39818 -0.24676 C -0.35469 -0.21412 -0.38138 -0.23542 -0.31693 -0.1757 C -0.29935 -0.15949 -0.28242 -0.14121 -0.26432 -0.12662 L -0.20938 -0.08218 L -0.1819 -0.05996 C -0.16315 -0.04468 -0.1461 -0.01899 -0.12565 -0.01343 C -0.10365 -0.00741 -0.11485 -0.00949 -0.09193 -0.00672 C -0.05365 0.00555 -0.06159 0.00509 0.0069 -0.01112 C 0.02265 -0.01482 0.03802 -0.02431 0.05312 -0.03334 C 0.06693 -0.04144 0.09284 -0.07431 0.10065 -0.08658 C 0.11406 -0.10811 0.12669 -0.13079 0.13815 -0.15556 L 0.1556 -0.19329 C 0.16862 -0.26274 0.17005 -0.2544 0.1681 -0.34445 C 0.16797 -0.35232 0.1651 -0.35949 0.16315 -0.3669 C 0.15469 -0.39653 0.15169 -0.40417 0.13685 -0.42662 C 0.11523 -0.45926 0.09466 -0.49514 0.07057 -0.52223 C 0.0444 -0.55186 0.01679 -0.56459 -0.01185 -0.57987 L -0.09818 -0.57547 C -0.12552 -0.57385 -0.125 -0.57593 -0.15182 -0.55996 L -0.3569 -0.43542 C -0.39154 -0.41574 -0.42682 -0.39954 -0.46185 -0.38218 C -0.48099 -0.37269 -0.49987 -0.36112 -0.5194 -0.35556 L -0.61432 -0.32894 C -0.6461 -0.32061 -0.65912 -0.31968 -0.68919 -0.31551 C -0.71862 -0.31737 -0.72266 -0.30324 -0.73802 -0.33565 C -0.73946 -0.33866 -0.73972 -0.34283 -0.7405 -0.34653 C -0.74206 -0.36598 -0.74414 -0.38473 -0.7405 -0.4044 C -0.73659 -0.42639 -0.72943 -0.44491 -0.72305 -0.46436 C -0.71094 -0.50139 -0.68998 -0.54098 -0.67422 -0.56875 C -0.65508 -0.60301 -0.63867 -0.64213 -0.61693 -0.67107 C -0.58737 -0.71042 -0.55482 -0.74213 -0.52188 -0.77107 C -0.51472 -0.77732 -0.50599 -0.77385 -0.49818 -0.77547 C -0.49141 -0.77686 -0.48477 -0.77848 -0.47813 -0.77987 C -0.4556 -0.76574 -0.4319 -0.75695 -0.41068 -0.73774 C -0.40482 -0.73241 -0.40352 -0.71806 -0.39935 -0.7088 C -0.39518 -0.69931 -0.38919 -0.6926 -0.38568 -0.68218 C -0.36459 -0.62107 -0.35039 -0.55209 -0.32565 -0.49561 C -0.31979 -0.48218 -0.31367 -0.46922 -0.30807 -0.45556 C -0.30287 -0.4426 -0.29922 -0.42732 -0.2931 -0.41551 C -0.24805 -0.32848 -0.22409 -0.25926 -0.17318 -0.21112 C -0.16628 -0.20463 -0.15912 -0.19885 -0.15182 -0.19329 C -0.14076 -0.18519 -0.13008 -0.17292 -0.1181 -0.16922 C -0.09922 -0.16274 -0.07982 -0.16436 -0.06068 -0.16274 C -0.03998 -0.16598 -0.05313 -0.16112 -0.03321 -0.1757 C -0.02774 -0.17963 -0.02188 -0.18125 -0.01693 -0.18681 C -0.00209 -0.20301 0.01211 -0.22061 0.02565 -0.24005 C 0.0401 -0.26065 0.05755 -0.29954 0.0694 -0.32454 C 0.07226 -0.34283 0.07838 -0.3669 0.07304 -0.38658 C 0.06015 -0.43542 0.03008 -0.46482 0.0056 -0.48889 C -0.02331 -0.51713 -0.07735 -0.53727 -0.10443 -0.54653 C -0.11419 -0.55 -0.12435 -0.54954 -0.13438 -0.55116 C -0.17682 -0.54213 -0.22005 -0.54098 -0.26185 -0.52431 C -0.28086 -0.5169 -0.29714 -0.49584 -0.31432 -0.47987 C -0.34154 -0.4551 -0.34727 -0.44908 -0.36693 -0.4088 C -0.38828 -0.36528 -0.40912 -0.32084 -0.42943 -0.27547 C -0.44271 -0.2463 -0.46602 -0.16852 -0.47188 -0.14676 C -0.47617 -0.13102 -0.478 -0.11366 -0.4819 -0.09769 C -0.48672 -0.07801 -0.49271 -0.05926 -0.49818 -0.04005 C -0.49987 -0.01574 -0.49753 -0.02894 -0.50313 -0.01112 C -0.50664 4.07407E-6 -0.50352 -0.00348 -0.50938 4.07407E-6 C -0.53555 -0.1007 -0.49544 0.05046 -0.52813 -0.05996 C -0.53698 -0.08982 -0.54623 -0.11968 -0.55313 -0.15139 C -0.56302 -0.19653 -0.56979 -0.24306 -0.57813 -0.28889 C -0.57891 -0.30417 -0.5819 -0.36297 -0.5819 -0.38218 C -0.5819 -0.42639 -0.58164 -0.46968 -0.5806 -0.5132 C -0.58047 -0.52153 -0.57956 -0.52987 -0.57813 -0.53774 C -0.57656 -0.5463 -0.57474 -0.55487 -0.57188 -0.56227 C -0.56341 -0.58449 -0.55638 -0.61019 -0.5444 -0.62686 C -0.53516 -0.63912 -0.52578 -0.65116 -0.51693 -0.66459 C -0.51328 -0.66968 -0.51146 -0.6801 -0.5069 -0.68218 C -0.49024 -0.69028 -0.47266 -0.68959 -0.4556 -0.69352 C -0.45352 -0.6926 -0.4513 -0.69283 -0.44935 -0.69098 C -0.43763 -0.67987 -0.43906 -0.67662 -0.43307 -0.65579 C -0.43229 -0.62524 -0.4263 -0.59375 -0.4306 -0.56436 C -0.43503 -0.53473 -0.46289 -0.41135 -0.48568 -0.36227 C -0.49167 -0.34931 -0.49727 -0.33473 -0.5056 -0.32662 C -0.53568 -0.29838 -0.5681 -0.27917 -0.59935 -0.25602 C -0.60482 -0.25625 -0.61094 -0.25278 -0.61563 -0.25787 C -0.61862 -0.26088 -0.61823 -0.26945 -0.6181 -0.27547 C -0.6168 -0.3588 -0.62084 -0.40301 -0.60313 -0.46875 C -0.59557 -0.49676 -0.55755 -0.60116 -0.55313 -0.61112 C -0.53529 -0.65162 -0.51615 -0.69028 -0.49557 -0.72662 C -0.48893 -0.73843 -0.48347 -0.75301 -0.47565 -0.76204 C -0.46081 -0.77987 -0.44388 -0.79144 -0.42813 -0.80649 C -0.41146 -0.82269 -0.42526 -0.81482 -0.4069 -0.82223 C -0.40729 -0.81181 -0.4069 -0.80116 -0.40807 -0.79098 C -0.41406 -0.74329 -0.42917 -0.67061 -0.43932 -0.62917 C -0.44284 -0.61482 -0.44805 -0.60255 -0.45182 -0.58889 C -0.4543 -0.58033 -0.45599 -0.57107 -0.45807 -0.56227 C -0.45938 -0.55116 -0.4599 -0.51806 -0.46185 -0.52894 C -0.46589 -0.55 -0.46315 -0.57338 -0.46432 -0.59561 C -0.46654 -0.63403 -0.47188 -0.71112 -0.47188 -0.71112 C -0.4711 -0.73774 -0.47149 -0.76459 -0.4694 -0.79098 C -0.46849 -0.80255 -0.46719 -0.81505 -0.46315 -0.82431 C -0.46003 -0.83172 -0.45391 -0.83287 -0.44935 -0.83774 C -0.44766 -0.83959 -0.44636 -0.84306 -0.4444 -0.84445 C -0.44206 -0.84607 -0.43932 -0.84561 -0.43685 -0.84653 C -0.43021 -0.84931 -0.42357 -0.85255 -0.41693 -0.85556 C -0.41485 -0.85764 -0.41276 -0.86019 -0.41068 -0.86204 C -0.40951 -0.8632 -0.40781 -0.86274 -0.4069 -0.86436 C -0.40443 -0.86875 -0.40248 -0.87894 -0.40065 -0.88426 C -0.40052 -0.88449 -0.38828 -0.9176 -0.38685 -0.91968 C -0.3836 -0.92477 -0.38008 -0.92963 -0.37682 -0.93519 C -0.37097 -0.94584 -0.37031 -0.95533 -0.36185 -0.96412 C -0.3569 -0.96922 -0.35182 -0.97431 -0.34688 -0.97963 C -0.34427 -0.98241 -0.34206 -0.98635 -0.33932 -0.98866 C -0.33763 -0.99005 -0.32865 -0.99375 -0.32565 -0.99514 C -0.32357 -0.99746 -0.32162 -1.00047 -0.3194 -1.00186 C -0.31498 -1.00487 -0.31029 -1.00649 -0.3056 -1.00857 C -0.29518 -1.0132 -0.29544 -1.01274 -0.28568 -1.01528 C -0.2836 -1.01667 -0.28151 -1.01852 -0.27943 -1.01968 C -0.27735 -1.02084 -0.27526 -1.02107 -0.27318 -1.02199 C -0.27149 -1.02246 -0.26979 -1.02338 -0.2681 -1.02408 C -0.26602 -1.025 -0.26393 -1.02547 -0.26185 -1.02639 C -0.26055 -1.02686 -0.25938 -1.02801 -0.25807 -1.02848 C -0.24896 -1.03241 -0.23998 -1.0382 -0.2306 -1.03959 L -0.21693 -1.0419 C -0.20638 -1.04561 -0.20313 -1.04676 -0.18932 -1.0507 C -0.18607 -1.05162 -0.18268 -1.05255 -0.17943 -1.05301 C -0.16901 -1.05417 -0.1586 -1.0544 -0.14818 -1.05533 L -0.10938 -1.05301 C -0.1069 -1.05278 -0.09362 -1.04931 -0.09063 -1.04862 C -0.08854 -1.04699 -0.08646 -1.04584 -0.08438 -1.04422 C -0.0819 -1.04213 -0.07956 -1.03912 -0.07696 -1.0375 C -0.07487 -1.03612 -0.07279 -1.03588 -0.07071 -1.03519 C -0.0681 -1.03218 -0.06576 -1.02917 -0.06315 -1.02639 C -0.05951 -1.02246 -0.05534 -1.01968 -0.05196 -1.01528 C -0.0474 -1.00926 -0.04362 -1.00162 -0.03946 -0.99514 C -0.03828 -0.99352 -0.03672 -0.9926 -0.03568 -0.99074 C -0.03242 -0.98496 -0.03138 -0.9801 -0.02943 -0.97292 C -0.0306 -0.91968 -0.03125 -0.86644 -0.03321 -0.8132 C -0.03334 -0.80649 -0.03529 -0.8 -0.03568 -0.79329 C -0.03646 -0.77848 -0.03607 -0.76366 -0.03685 -0.74885 C -0.03776 -0.7338 -0.03959 -0.71922 -0.04063 -0.7044 C -0.04206 -0.6838 -0.0431 -0.66297 -0.0444 -0.64213 C -0.04401 -0.62801 -0.04375 -0.61389 -0.0431 -0.60024 C -0.04297 -0.59468 -0.04271 -0.58936 -0.04193 -0.58449 C -0.04102 -0.57963 -0.04037 -0.57408 -0.03815 -0.57107 C -0.0362 -0.56829 -0.03321 -0.56968 -0.0306 -0.56875 C -0.02149 -0.57037 -0.01211 -0.56991 -0.00313 -0.57338 C 0.03737 -0.58843 0.05091 -0.60278 0.08932 -0.63565 C 0.09245 -0.63797 0.09557 -0.64051 0.09804 -0.64445 C 0.1026 -0.65093 0.10612 -0.65973 0.11054 -0.6669 C 0.1125 -0.66945 0.11484 -0.67107 0.11679 -0.67338 C 0.12031 -0.67755 0.12344 -0.68218 0.12682 -0.68658 C 0.12812 -0.6882 0.12943 -0.68936 0.1306 -0.69098 C 0.13359 -0.69537 0.13646 -0.7 0.13932 -0.7044 C 0.14336 -0.69954 0.16172 -0.68102 0.1681 -0.6669 C 0.18411 -0.63079 0.20599 -0.60047 0.21562 -0.55764 C 0.23099 -0.48936 0.20377 -0.60903 0.23307 -0.48658 C 0.2362 -0.47338 0.23893 -0.45996 0.24179 -0.44653 C 0.24271 -0.4044 0.24401 -0.36227 0.2444 -0.32014 C 0.2444 -0.31551 0.24349 -0.31112 0.2431 -0.30672 C 0.2401 -0.27037 0.23997 -0.25 0.2319 -0.21574 C 0.22956 -0.20556 0.21745 -0.17639 0.21315 -0.16922 C 0.19974 -0.14514 0.18724 -0.11945 0.17187 -0.1 C 0.15781 -0.08218 0.14193 -0.06806 0.12565 -0.05787 C 0.08229 -0.03079 0.05547 -0.03449 0.01054 -0.03102 C -0.10078 -0.04769 -0.06276 -0.03195 -0.17435 -0.09121 C -0.178 -0.09306 -0.18151 -0.09584 -0.18438 -0.1 C -0.20287 -0.12778 -0.21719 -0.16505 -0.23815 -0.18681 C -0.24818 -0.19699 -0.25886 -0.20533 -0.2681 -0.21783 C -0.27318 -0.22454 -0.27761 -0.23287 -0.28307 -0.23774 C -0.2862 -0.24051 -0.28985 -0.23889 -0.2931 -0.24005 C -0.36836 -0.26436 -0.28815 -0.25047 -0.43685 -0.25324 C -0.44935 -0.25186 -0.46211 -0.25278 -0.47435 -0.24885 C -0.47643 -0.24815 -0.47696 -0.24306 -0.47813 -0.24005 C -0.48164 -0.23125 -0.47891 -0.23426 -0.48438 -0.23102 C -0.48893 -0.23403 -0.49453 -0.23426 -0.49818 -0.24005 C -0.51159 -0.26135 -0.50912 -0.28658 -0.51068 -0.31551 C -0.51016 -0.33334 -0.51068 -0.35116 -0.50938 -0.36875 C -0.5086 -0.37894 -0.5069 -0.38866 -0.50443 -0.39769 C -0.49232 -0.44074 -0.4806 -0.48426 -0.46563 -0.52431 C -0.44909 -0.56875 -0.43438 -0.59491 -0.41068 -0.61991 C -0.38255 -0.64954 -0.35443 -0.67917 -0.32565 -0.70649 C -0.32175 -0.71042 -0.31745 -0.71204 -0.31315 -0.7132 C -0.30365 -0.71644 -0.29401 -0.7176 -0.28438 -0.71991 C -0.26602 -0.71852 -0.24714 -0.72408 -0.22943 -0.71551 C -0.20847 -0.70579 -0.18998 -0.68403 -0.17057 -0.6669 C -0.12722 -0.62755 -0.08373 -0.54746 -0.05313 -0.49769 C -0.04492 -0.48426 -0.0388 -0.4669 -0.0306 -0.45324 C -0.01914 -0.43426 0.08724 -0.23912 0.14687 -0.17338 C 0.16237 -0.15625 0.17721 -0.13565 0.1944 -0.12454 C 0.21432 -0.11158 0.23607 -0.10973 0.2569 -0.10232 C 0.27643 -0.10371 0.28489 -0.09445 0.29687 -0.11991 C 0.29818 -0.12292 0.29765 -0.12732 0.29804 -0.13102 C 0.2931 -0.15695 0.28971 -0.18426 0.28307 -0.2088 C 0.28047 -0.21899 0.27552 -0.22709 0.27057 -0.23334 C 0.25625 -0.25324 0.24088 -0.27107 0.22565 -0.28889 C 0.1888 -0.33195 0.19648 -0.31737 0.13932 -0.34213 C 0.12513 -0.33959 0.11068 -0.33959 0.09687 -0.33334 C 0.07344 -0.32246 0.05078 -0.30672 0.02812 -0.29121 C 0.00924 -0.27848 -0.03021 -0.23357 -0.04193 -0.21991 C -0.06511 -0.19329 -0.0888 -0.16644 -0.11068 -0.13565 C -0.14492 -0.08727 -0.14505 -0.08403 -0.1806 -0.04445 C -0.1905 -0.03357 -0.20052 -0.02315 -0.21068 -0.01343 C -0.21341 -0.01065 -0.21628 -0.00741 -0.2194 -0.00672 C -0.23633 -0.00232 -0.25352 -0.0007 -0.27057 0.00231 C -0.30586 -0.00278 -0.33959 -0.00602 -0.37435 -0.02454 C -0.43451 -0.05649 -0.4931 -0.09653 -0.55182 -0.13565 C -0.55703 -0.13889 -0.56159 -0.14514 -0.56563 -0.15139 C -0.57005 -0.15811 -0.57318 -0.1676 -0.57682 -0.1757 C -0.57813 -0.20672 -0.58099 -0.23774 -0.5806 -0.26899 C -0.58047 -0.2801 -0.57982 -0.29213 -0.57565 -0.3 C -0.56576 -0.31852 -0.55339 -0.33311 -0.54063 -0.34445 C -0.52748 -0.35625 -0.50495 -0.36227 -0.48932 -0.36875 C -0.42656 -0.39514 -0.50521 -0.36412 -0.43568 -0.39098 C -0.38815 -0.37315 -0.38946 -0.38149 -0.3444 -0.32454 C -0.32071 -0.29445 -0.30365 -0.24676 -0.27682 -0.22709 C -0.0987 -0.09213 -0.17071 -0.12107 -0.0694 -0.08889 C -0.01354 -0.0919 0.04245 -0.08889 0.09804 -0.09769 C 0.1082 -0.09931 0.11679 -0.11135 0.12565 -0.11991 C 0.14375 -0.13797 0.15664 -0.15625 0.17057 -0.18218 C 0.17226 -0.18542 0.17304 -0.19005 0.17435 -0.19329 C 0.16393 -0.2125 0.15482 -0.23449 0.1431 -0.25116 C 0.1362 -0.26088 0.12747 -0.26551 0.1194 -0.27107 C 0.02148 -0.33843 0.02643 -0.325 -0.1056 -0.37801 C -0.1099 -0.37732 -0.16745 -0.3801 -0.1806 -0.36042 C -0.21042 -0.31459 -0.23633 -0.26181 -0.26315 -0.21112 C -0.2944 -0.15209 -0.25586 -0.18889 -0.31185 -0.10672 C -0.34388 -0.05973 -0.37748 -0.01574 -0.41315 0.02222 C -0.42266 0.0324 -0.43477 0.03101 -0.44557 0.03541 C -0.45899 0.03032 -0.47253 0.02685 -0.48568 0.0199 C -0.48815 0.01851 -0.48998 0.01435 -0.49193 0.01111 C -0.51146 -0.02199 -0.52891 -0.05417 -0.54063 -0.1 C -0.55768 -0.1669 -0.58307 -0.30672 -0.58307 -0.30649 C -0.58568 -0.35764 -0.58711 -0.35232 -0.58307 -0.40209 C -0.58268 -0.40764 -0.58216 -0.41297 -0.5806 -0.41829 C -0.57084 -0.44815 -0.56628 -0.45533 -0.54818 -0.47107 C -0.50925 -0.50487 -0.51341 -0.49977 -0.47682 -0.5132 C -0.45482 -0.5125 -0.43021 -0.52894 -0.41068 -0.51112 C -0.38828 -0.49074 -0.31953 -0.36574 -0.27943 -0.32014 C -0.25482 -0.2919 -0.23047 -0.2632 -0.20443 -0.24005 C -0.10378 -0.15047 -0.05026 -0.09491 0.05065 -0.06667 C 0.06953 -0.06135 0.08893 -0.06366 0.10807 -0.06227 C 0.14101 -0.07454 0.14401 -0.05787 0.15429 -0.09121 C 0.15495 -0.09306 0.15521 -0.09561 0.1556 -0.09769 C 0.15677 -0.12107 0.1582 -0.1338 0.1556 -0.15787 C 0.15429 -0.16991 0.15312 -0.18287 0.14935 -0.19329 C 0.14414 -0.20787 0.13581 -0.21806 0.12929 -0.23102 C 0.12409 -0.2419 0.12018 -0.25463 0.11432 -0.26436 C 0.10299 -0.28334 0.01146 -0.43449 -0.0194 -0.44653 L -0.0819 -0.47107 C -0.15781 -0.46389 -0.17305 -0.47014 -0.24063 -0.44005 C -0.25261 -0.43473 -0.26367 -0.42385 -0.27565 -0.41829 C -0.31628 -0.39746 -0.35664 -0.37362 -0.39818 -0.36042 C -0.41992 -0.35278 -0.44232 -0.35718 -0.46432 -0.35556 C -0.46771 -0.35718 -0.47162 -0.35649 -0.47435 -0.36042 C -0.47617 -0.36227 -0.47643 -0.36713 -0.47682 -0.37107 C -0.47813 -0.38056 -0.47852 -0.39028 -0.47943 -0.4 C -0.48073 -0.45394 -0.49063 -0.50926 -0.4694 -0.55556 C -0.44896 -0.60024 -0.41315 -0.62199 -0.38438 -0.63797 C -0.30313 -0.68241 -0.31511 -0.67292 -0.23685 -0.67547 C -0.21276 -0.64931 -0.10156 -0.525 -0.07071 -0.50672 C 0.01328 -0.45695 -0.01953 -0.46366 0.02435 -0.45764 C 0.02513 -0.46065 0.02695 -0.46343 0.02682 -0.46667 C 0.02604 -0.48843 0.01185 -0.52292 0.00807 -0.53542 C 0.00573 -0.54352 0.00456 -0.55232 0.00182 -0.55996 C -0.00222 -0.57176 -0.00469 -0.58843 -0.01185 -0.59329 C -0.03854 -0.61158 -0.09571 -0.62686 -0.09571 -0.62639 C -0.13477 -0.61922 -0.17474 -0.61991 -0.21315 -0.6044 C -0.22357 -0.60024 -0.23047 -0.58195 -0.23815 -0.56875 C -0.253 -0.54329 -0.26771 -0.5176 -0.2806 -0.48889 C -0.41276 -0.19537 -0.19688 -0.64306 -0.36068 -0.23565 C -0.38568 -0.17338 -0.40638 -0.1051 -0.43568 -0.04885 C -0.48399 0.04398 -0.57005 0.01226 -0.62813 0.01782 C -0.63841 0.00069 -0.65013 -0.01436 -0.65925 -0.03334 C -0.66133 -0.03727 -0.66068 -0.04375 -0.66068 -0.04885 C -0.66068 -0.06899 -0.66276 -0.08982 -0.65925 -0.1088 C -0.64154 -0.20371 -0.6069 -0.27547 -0.56432 -0.34005 C -0.35886 -0.65186 -0.475 -0.48403 -0.36432 -0.58889 C -0.34063 -0.61158 -0.31901 -0.64074 -0.2944 -0.65996 C -0.26953 -0.6794 -0.24271 -0.68959 -0.21693 -0.7044 C -0.21354 -0.56065 -0.21328 -0.5257 -0.20443 -0.34908 C -0.20352 -0.33241 -0.20508 -0.3132 -0.19935 -0.3 C -0.17682 -0.24792 -0.14974 -0.20139 -0.12188 -0.15787 C -0.11432 -0.14584 -0.1043 -0.13912 -0.0944 -0.13565 C -0.07136 -0.12732 -0.04779 -0.12662 -0.02435 -0.12246 C 0.01393 -0.12524 0.05273 -0.12014 0.09062 -0.13102 C 0.11432 -0.13797 0.13607 -0.1588 0.15807 -0.1757 C 0.19609 -0.20463 0.22929 -0.26389 0.27057 -0.26899 L 0.28815 -0.27107 C 0.29388 -0.23658 0.29049 -0.26158 0.2931 -0.23102 C 0.29349 -0.22732 0.29648 -0.22061 0.2944 -0.21991 C 0.28476 -0.2176 0.27526 -0.22385 0.26562 -0.22454 L 0.11562 -0.23334 C 0.08581 -0.21737 0.06224 -0.2125 0.03815 -0.18218 C 0.02304 -0.16343 0.00911 -0.1419 -0.0056 -0.12246 C -0.00807 -0.11945 -0.01042 -0.11621 -0.01315 -0.11343 C -0.01836 -0.10903 -0.02396 -0.10602 -0.02943 -0.10232 C -0.03151 -0.10301 -0.0336 -0.10371 -0.03568 -0.1044 C -0.03737 -0.1051 -0.03946 -0.1044 -0.04063 -0.10672 C -0.09766 -0.21019 -0.08477 -0.20533 -0.1444 -0.29121 C -0.16198 -0.31644 -0.17917 -0.34422 -0.19935 -0.36227 C -0.24714 -0.40556 -0.26888 -0.39838 -0.3194 -0.40209 C -0.38789 -0.37084 -0.36771 -0.39746 -0.42057 -0.24468 C -0.42539 -0.23079 -0.42487 -0.21343 -0.42682 -0.19815 C -0.42735 -0.19399 -0.42813 -0.18287 -0.42813 -0.18681 C -0.42813 -0.19167 -0.42722 -0.19561 -0.42682 -0.2 C -0.42552 -0.22061 -0.42435 -0.24144 -0.42318 -0.26227 C -0.42474 -0.36065 -0.4263 -0.45926 -0.42813 -0.55764 C -0.42891 -0.59862 -0.428 -0.5875 -0.4306 -0.61112 C -0.45013 -0.59723 -0.45052 -0.6007 -0.44193 -0.51991 C -0.43841 -0.48727 -0.42279 -0.43218 -0.40065 -0.41991 C -0.38737 -0.4125 -0.37318 -0.4125 -0.35938 -0.4088 C -0.29766 -0.41505 -0.23568 -0.4125 -0.17435 -0.42662 C -0.14792 -0.43287 -0.08294 -0.46945 -0.05443 -0.50672 C -0.02526 -0.54445 0.00143 -0.5882 0.02929 -0.62917 C 0.0306 -0.63403 0.03203 -0.63912 0.03307 -0.64445 C 0.03581 -0.65672 0.03659 -0.66621 0.03437 -0.64653 C 0.04101 -0.50949 0.04531 -0.37223 0.05429 -0.23565 C 0.05534 -0.21968 0.0595 -0.20463 0.06432 -0.19167 C 0.07135 -0.17246 0.07969 -0.15463 0.08932 -0.14028 C 0.097 -0.12894 0.10586 -0.11806 0.11562 -0.11343 C 0.12604 -0.10811 0.13724 -0.11181 0.14804 -0.11135 C 0.16263 -0.11621 0.17786 -0.11783 0.19179 -0.12662 C 0.22851 -0.15093 0.26432 -0.17987 0.29935 -0.21112 C 0.30703 -0.21783 0.31276 -0.23033 0.3194 -0.24005 C 0.32109 -0.24306 0.32226 -0.24699 0.32435 -0.24885 C 0.32565 -0.25 0.32239 -0.24468 0.32187 -0.24213 C 0.31614 -0.21505 0.31002 -0.18843 0.3056 -0.15996 C 0.29961 -0.12269 0.29557 -0.08449 0.29062 -0.04676 C 0.28307 -0.07778 0.2776 -0.11065 0.2681 -0.14028 C 0.18008 -0.41389 0.19974 -0.30162 0.1556 -0.48658 C 0.14258 -0.54098 0.1375 -0.60301 0.1181 -0.65116 C 0.11015 -0.67107 0.11536 -0.66482 0.10312 -0.67107 C 0.09896 -0.66737 0.09427 -0.66528 0.09062 -0.65996 C 0.06406 -0.62269 -0.00169 -0.48287 -0.00443 -0.47778 C -0.02474 -0.43843 -0.0375 -0.37338 -0.06693 -0.36227 L -0.14935 -0.33149 C -0.19206 -0.33797 -0.19323 -0.33311 -0.2444 -0.37547 C -0.28464 -0.4088 -0.31901 -0.46644 -0.36185 -0.48658 L -0.42318 -0.51551 C -0.43529 -0.51389 -0.44063 -0.51621 -0.45065 -0.50672 C -0.453 -0.5044 -0.45482 -0.5007 -0.4569 -0.49769 C -0.44089 -0.55487 -0.46914 -0.45579 -0.41315 -0.61551 C -0.40977 -0.62524 -0.40821 -0.63635 -0.4056 -0.64653 C -0.40482 -0.64954 -0.40391 -0.65255 -0.40313 -0.65579 C -0.40261 -0.65764 -0.40156 -0.66459 -0.40182 -0.66227 C -0.40508 -0.63635 -0.40873 -0.61065 -0.41185 -0.58449 C -0.41589 -0.55186 -0.41758 -0.51852 -0.42318 -0.48658 C -0.4293 -0.4507 -0.4388 -0.4169 -0.44688 -0.38218 C -0.45039 -0.36713 -0.45807 -0.33797 -0.45807 -0.33797 C -0.45977 -0.33843 -0.46289 -0.33704 -0.46315 -0.34005 C -0.4668 -0.38033 -0.46602 -0.42176 -0.4694 -0.46227 C -0.4711 -0.48218 -0.47279 -0.50209 -0.47435 -0.52223 C -0.47526 -0.53334 -0.47604 -0.54445 -0.47682 -0.55556 C -0.48021 -0.54954 -0.48464 -0.54514 -0.48685 -0.53774 C -0.50638 -0.47454 -0.50873 -0.43681 -0.5194 -0.36436 C -0.51849 -0.32084 -0.51875 -0.27686 -0.51693 -0.23334 C -0.51667 -0.22894 -0.51472 -0.22547 -0.51315 -0.22223 C -0.51211 -0.22061 -0.51068 -0.21922 -0.50938 -0.21783 C -0.49076 -0.23426 -0.49466 -0.22871 -0.47435 -0.27362 C -0.41276 -0.41019 -0.42552 -0.36945 -0.40065 -0.46667 C -0.41185 -0.47547 -0.42214 -0.49098 -0.43438 -0.49329 C -0.4737 -0.5007 -0.51797 -0.46343 -0.55313 -0.49561 C -0.56888 -0.50996 -0.53841 -0.55278 -0.5319 -0.58218 C -0.51485 -0.65973 -0.50794 -0.70487 -0.4944 -0.78426 C -0.49102 -0.82662 -0.48711 -0.86875 -0.48438 -0.91088 C -0.48373 -0.9213 -0.48698 -0.89005 -0.48815 -0.87987 C -0.49024 -0.86065 -0.49232 -0.84144 -0.4944 -0.82223 C -0.4931 -0.8051 -0.49623 -0.78496 -0.49063 -0.77107 C -0.48789 -0.76412 -0.48425 -0.7838 -0.4819 -0.79098 C -0.4668 -0.83704 -0.45209 -0.8838 -0.43815 -0.93079 C -0.42878 -0.96274 -0.40677 -1.06343 -0.41185 -1.02848 C -0.4138 -1.01528 -0.42956 -0.90371 -0.43568 -0.87778 C -0.45209 -0.80741 -0.48815 -0.66875 -0.48815 -0.66852 C -0.49232 -0.62153 -0.49779 -0.57431 -0.50065 -0.52662 C -0.50078 -0.52408 -0.49805 -0.52061 -0.49688 -0.52223 C -0.47057 -0.55787 -0.44401 -0.59375 -0.42057 -0.63565 C -0.39766 -0.67662 -0.37865 -0.73449 -0.36432 -0.78658 C -0.36302 -0.79144 -0.36276 -0.79699 -0.36185 -0.80209 C -0.35091 -0.74931 -0.35495 -0.71621 -0.32682 -0.69769 C -0.32175 -0.69445 -0.31602 -0.6963 -0.31068 -0.69584 C -0.30768 -0.69908 -0.30456 -0.70232 -0.30182 -0.70649 C -0.30078 -0.70834 -0.30078 -0.71274 -0.29935 -0.7132 C -0.29336 -0.71644 -0.28685 -0.71621 -0.2806 -0.7176 C -0.25261 -0.73612 -0.26511 -0.72431 -0.22943 -0.78658 C -0.19961 -0.83866 -0.2013 -0.83843 -0.1806 -0.89074 C -0.17839 -0.8419 -0.17995 -0.80649 -0.16185 -0.76204 C -0.15495 -0.74491 -0.14362 -0.73449 -0.13307 -0.72431 C -0.12461 -0.71644 -0.11485 -0.71389 -0.1056 -0.7088 C -0.09818 -0.71204 -0.08919 -0.70949 -0.08321 -0.7176 C -0.0668 -0.74005 -0.04063 -0.79769 -0.04063 -0.79746 C -0.03946 -0.8051 -0.0362 -0.81227 -0.03685 -0.81991 C -0.03724 -0.82431 -0.04141 -0.81505 -0.04193 -0.81112 C -0.04571 -0.77894 -0.04688 -0.74584 -0.04935 -0.7132 C -0.04232 -0.68542 -0.04089 -0.65 -0.02813 -0.62917 C -0.02292 -0.62037 -0.01992 -0.65 -0.0181 -0.66227 C -0.01602 -0.67732 -0.01745 -0.69352 -0.01693 -0.7088 C -0.01654 -0.71922 -0.01797 -0.73033 -0.01563 -0.74005 C -0.01459 -0.74422 -0.01068 -0.74283 -0.00821 -0.74445 C -0.00352 -0.75625 0.00117 -0.76783 0.0056 -0.77987 C 0.01393 -0.80301 0.01276 -0.79815 0.01562 -0.8132 C 0.02096 -0.77547 0.02174 -0.76899 0.03437 -0.7088 C 0.04193 -0.67269 0.04922 -0.63635 0.05937 -0.60209 C 0.07812 -0.53959 0.08828 -0.51019 0.1181 -0.47547 C 0.1207 -0.47246 0.12396 -0.47246 0.12682 -0.47107 C 0.12851 -0.47338 0.13112 -0.47431 0.1319 -0.47778 C 0.14531 -0.54769 0.14232 -0.56621 0.1444 -0.64445 C 0.14388 -0.65579 0.1431 -0.6669 0.1431 -0.67778 C 0.1431 -0.6801 0.1431 -0.67061 0.1444 -0.67107 C 0.14818 -0.67246 0.15104 -0.67848 0.15429 -0.68218 C 0.15846 -0.6926 0.16341 -0.70232 0.16679 -0.7132 C 0.17513 -0.74028 0.17487 -0.7426 0.17682 -0.76436 C 0.17604 -0.70278 0.17539 -0.64144 0.17435 -0.57987 C 0.17174 -0.42477 0.17096 -0.52524 0.17304 -0.4 C 0.17565 -0.50556 0.18008 -0.61551 0.1694 -0.71991 C 0.16732 -0.74005 0.16263 -0.68149 0.15937 -0.66227 C 0.15729 -0.60672 0.15443 -0.55116 0.15312 -0.49561 C 0.15221 -0.45764 0.14896 -0.46389 0.16054 -0.45556 C 0.16315 -0.46667 0.16706 -0.47709 0.1681 -0.48889 C 0.18515 -0.68056 0.17083 -0.77061 0.17929 -0.36875 C 0.17956 -0.36042 0.1819 -0.35255 0.18307 -0.34445 C 0.18659 -0.36922 0.18594 -0.36366 0.18932 -0.4088 C 0.19752 -0.51829 0.19609 -0.49885 0.19935 -0.59098 C 0.20104 -0.52801 0.20312 -0.46528 0.20429 -0.40209 C 0.20443 -0.39838 0.20156 -0.39422 0.20312 -0.39098 C 0.20429 -0.38936 0.20547 -0.39584 0.2069 -0.39769 C 0.20885 -0.40047 0.22018 -0.40857 0.22057 -0.4088 C 0.23945 -0.47616 0.22969 -0.45139 0.22929 -0.41991 C 0.22838 -0.34329 0.21732 -0.35232 0.23437 -0.34213 C 0.24232 -0.35625 0.24036 -0.3507 0.2431 -0.38449 C 0.26836 -0.69676 0.28021 -0.73959 0.25065 -0.59792 C 0.24804 -0.56505 0.24622 -0.53241 0.2431 -0.5 C 0.23789 -0.44422 0.22565 -0.33334 0.22565 -0.33311 C 0.22513 -0.31783 0.22487 -0.30255 0.22435 -0.28658 C 0.22409 -0.27778 0.22304 -0.25116 0.22304 -0.25996 C 0.22304 -0.31621 0.22396 -0.37246 0.22435 -0.42894 C 0.22851 -0.35579 0.22747 -0.36945 0.24062 -0.23774 C 0.24414 -0.20209 0.24922 -0.16667 0.25312 -0.13102 C 0.2625 -0.04468 0.25416 -0.09005 0.26432 -0.04005 C 0.26315 -0.05556 0.26185 -0.07107 0.26054 -0.08658 C 0.26015 -0.0926 0.26054 -0.09885 0.25937 -0.1044 C 0.25833 -0.10973 0.25599 -0.11343 0.25429 -0.11783 C 0.23685 -0.10232 0.2414 -0.11297 0.23437 -0.07107 C 0.22929 -0.04167 0.22057 0.01782 0.22057 0.01805 C 0.21041 0.00856 0.22057 0.01967 0.21185 0.00231 C 0.2039 -0.01389 0.19713 -0.03311 0.18685 -0.04445 C 0.17851 -0.05394 0.16771 -0.05324 0.15807 -0.05787 C 0.14896 -0.03102 0.13724 -0.00672 0.1306 0.02222 C 0.12825 0.0324 0.12656 0.04953 0.1319 0.05555 C 0.1362 0.06041 0.13828 0.04143 0.14062 0.03333 C 0.14453 0.01967 0.14726 0.00509 0.15065 -0.0088 C 0.15104 -0.02084 0.1526 -0.03264 0.15182 -0.04445 C 0.15091 -0.06042 0.15078 -0.07801 0.14557 -0.09121 C 0.13554 -0.11667 0.09075 -0.12199 0.08307 -0.12454 C 0.07357 -0.12153 0.06315 -0.12292 0.05429 -0.11551 C 0.03398 -0.09838 0.03346 -0.07338 0.02682 -0.04005 C 0.01706 -0.07061 0.01953 -0.0676 -0.00821 -0.09561 C -0.01302 -0.10047 -0.01901 -0.1 -0.02435 -0.10232 C -0.0461 -0.09699 -0.06784 -0.09283 -0.08946 -0.08658 C -0.09167 -0.08612 -0.09349 -0.08357 -0.09571 -0.08218 C -0.09727 -0.08125 -0.09896 -0.08079 -0.10065 -0.0801 C -0.09896 -0.08449 -0.09623 -0.0882 -0.09571 -0.09329 C -0.09518 -0.09723 -0.09597 -0.10417 -0.09818 -0.1044 C -0.11016 -0.10649 -0.12227 -0.10139 -0.13438 -0.1 C -0.1918 -0.06459 -0.25755 -0.0294 -0.3069 0.03333 C -0.32696 0.05879 -0.33776 0.10138 -0.35313 0.13541 C -0.35352 0.14143 -0.35742 0.15578 -0.35443 0.15324 C -0.33216 0.13472 -0.33216 0.1074 -0.32565 0.07106 C -0.32774 0.02893 -0.3155 -0.02477 -0.3319 -0.05556 C -0.38099 -0.14838 -0.45248 -0.10556 -0.50807 -0.09121 C -0.51524 -0.08149 -0.5237 -0.07431 -0.52943 -0.06227 C -0.53099 -0.0588 -0.5306 -0.05024 -0.52813 -0.04885 C -0.52331 -0.0463 -0.5181 -0.05186 -0.51315 -0.05324 C -0.48607 -0.075 -0.47057 -0.07987 -0.4556 -0.14028 C -0.45313 -0.15 -0.46146 -0.15949 -0.46432 -0.16922 C -0.47266 -0.15487 -0.48216 -0.1426 -0.48932 -0.12662 C -0.48998 -0.12524 -0.49193 -0.10324 -0.48932 -0.1 C -0.48698 -0.09676 -0.4836 -0.09862 -0.4806 -0.09769 C -0.47643 -0.10232 -0.47071 -0.10371 -0.4681 -0.11135 C -0.43724 -0.19885 -0.43854 -0.24237 -0.42565 -0.34908 C -0.4349 -0.42662 -0.42878 -0.44468 -0.46693 -0.49561 C -0.47188 -0.50232 -0.47943 -0.49838 -0.48568 -0.5 C -0.49141 -0.49028 -0.50013 -0.48426 -0.50313 -0.47107 C -0.54948 -0.26713 -0.54258 -0.32362 -0.49193 -0.14885 C -0.47643 -0.16366 -0.45651 -0.16922 -0.44557 -0.19329 C -0.39948 -0.29723 -0.40222 -0.36042 -0.3931 -0.47778 C -0.39232 -0.52732 -0.38828 -0.57709 -0.39063 -0.62686 C -0.39128 -0.64005 -0.39531 -0.6551 -0.40182 -0.66227 C -0.4069 -0.66783 -0.41354 -0.65926 -0.4194 -0.65764 C -0.4306 -0.64815 -0.44323 -0.64237 -0.45313 -0.62917 C -0.47513 -0.59862 -0.48112 -0.56945 -0.4931 -0.52894 C -0.49193 -0.51621 -0.49518 -0.48334 -0.48932 -0.49098 C -0.43477 -0.56436 -0.4349 -0.61621 -0.41693 -0.71991 C -0.41524 -0.74723 -0.40326 -0.77917 -0.41185 -0.80209 C -0.41745 -0.8169 -0.43073 -0.78704 -0.43685 -0.77315 C -0.45287 -0.73727 -0.46354 -0.69468 -0.47682 -0.65579 C -0.47774 -0.63797 -0.48893 -0.59653 -0.47943 -0.60209 C -0.46927 -0.60834 -0.47344 -0.63889 -0.47318 -0.65764 C -0.47266 -0.6882 -0.47565 -0.71852 -0.47682 -0.74885 C -0.49857 -0.74167 -0.52214 -0.74422 -0.54193 -0.72662 C -0.60078 -0.67431 -0.6194 -0.57084 -0.64935 -0.47547 C -0.62604 -0.44584 -0.60651 -0.40324 -0.57943 -0.38658 C -0.54909 -0.36852 -0.48268 -0.43426 -0.46315 -0.45324 C -0.43828 -0.47778 -0.41419 -0.5051 -0.39063 -0.53334 C -0.36198 -0.5676 -0.36615 -0.56389 -0.37943 -0.55996 C -0.40065 -0.53473 -0.37943 -0.5588 -0.34818 -0.64653 C -0.34623 -0.65186 -0.34167 -0.66852 -0.3444 -0.66459 C -0.34948 -0.65695 -0.35182 -0.64514 -0.3556 -0.63565 C -0.3569 -0.61922 -0.3599 -0.60301 -0.35938 -0.58658 C -0.35612 -0.47639 -0.29349 -0.62431 -0.2681 -0.65579 C -0.26146 -0.68542 -0.25013 -0.71274 -0.24818 -0.74445 C -0.24727 -0.75834 -0.26159 -0.72662 -0.26432 -0.7132 C -0.27448 -0.66459 -0.27852 -0.6125 -0.28568 -0.56227 C -0.28216 -0.50278 -0.29206 -0.46366 -0.2556 -0.44237 C -0.25026 -0.43912 -0.24479 -0.44815 -0.23932 -0.45116 C -0.22852 -0.47477 -0.21563 -0.49584 -0.2069 -0.52223 C -0.19714 -0.55139 -0.19636 -0.57153 -0.1944 -0.60024 C -0.19102 -0.59399 -0.18893 -0.58449 -0.18438 -0.58218 C -0.14518 -0.56112 -0.05573 -0.57269 -0.0319 -0.57338 C -0.02826 -0.60232 -0.02539 -0.61713 -0.0306 -0.65324 C -0.03255 -0.6669 -0.03685 -0.68056 -0.0431 -0.68889 C -0.04857 -0.69584 -0.05651 -0.69352 -0.06315 -0.69584 C -0.06563 -0.6882 -0.07044 -0.68218 -0.07071 -0.67338 C -0.07344 -0.57871 -0.06901 -0.56783 -0.0431 -0.49098 C -0.0418 -0.48704 -0.03893 -0.48519 -0.03685 -0.48218 C -0.03112 -0.49098 -0.02253 -0.4963 -0.0194 -0.5088 C -0.01133 -0.54074 -0.01289 -0.58774 -0.01446 -0.62223 C -0.01459 -0.62524 -0.01524 -0.62801 -0.01563 -0.63102 C -0.01485 -0.63843 -0.0138 -0.64607 -0.01315 -0.65324 C -0.01211 -0.66459 -0.01485 -0.67824 -0.01068 -0.68658 C -0.00834 -0.69144 -0.00781 -0.67338 -0.00443 -0.67107 C 0.00234 -0.6669 0.00976 -0.66968 0.01679 -0.66875 C 0.02435 -0.67176 0.03203 -0.67385 0.03932 -0.67778 C 0.04206 -0.67917 0.04414 -0.68542 0.04687 -0.68473 C 0.05013 -0.68334 0.05195 -0.67709 0.05429 -0.67338 C 0.06107 -0.66227 0.06693 -0.64931 0.07435 -0.64005 C 0.10924 -0.5963 0.10573 -0.60186 0.13815 -0.58658 C 0.1414 -0.5926 0.14687 -0.5963 0.14804 -0.6044 C 0.14961 -0.61482 0.14726 -0.62547 0.14557 -0.63565 C 0.14349 -0.64792 0.13489 -0.65857 0.13685 -0.67107 C 0.13802 -0.67894 0.14492 -0.6625 0.14935 -0.65996 C 0.15508 -0.65649 0.16107 -0.65579 0.16679 -0.65324 C 0.16849 -0.65255 0.17018 -0.65186 0.17187 -0.65116 C 0.17226 -0.64769 0.17226 -0.64329 0.17304 -0.64005 C 0.17812 -0.61945 0.18385 -0.60787 0.19062 -0.58889 C 0.19245 -0.5838 0.19388 -0.57848 0.19557 -0.57338 C 0.19596 -0.57547 0.19661 -0.57755 0.19687 -0.57987 C 0.20065 -0.61783 0.19987 -0.61389 0.19687 -0.65764 C 0.19544 -0.67848 0.19179 -0.69908 0.19179 -0.71991 C 0.19179 -0.72593 0.19518 -0.70949 0.19687 -0.7044 C 0.19765 -0.7132 0.19896 -0.72199 0.19935 -0.73125 C 0.20026 -0.75324 0.18828 -0.80139 0.20065 -0.79769 C 0.21445 -0.79352 0.20898 -0.74977 0.21432 -0.72662 C 0.2194 -0.7051 0.22604 -0.68542 0.2319 -0.66459 C 0.23099 -0.7132 0.22656 -0.76227 0.22929 -0.81112 C 0.23008 -0.82454 0.23216 -0.78172 0.23815 -0.77315 C 0.24114 -0.76875 0.24062 -0.78658 0.24179 -0.79329 C 0.24271 -0.79028 0.24375 -0.7875 0.2444 -0.78426 C 0.24505 -0.78079 0.24648 -0.76737 0.24687 -0.76436 C 0.24765 -0.74723 0.24831 -0.73033 0.24935 -0.7132 C 0.24961 -0.7088 0.25078 -0.69537 0.25065 -0.7 C 0.24896 -0.73241 0.24844 -0.74977 0.23932 -0.77987 C 0.22773 -0.81899 0.22174 -0.81227 0.19687 -0.82871 C 0.05195 -0.76042 0.0806 -0.81713 0.00182 -0.67107 C -0.00039 -0.6669 -0.00065 -0.66065 -0.00196 -0.65579 C -0.00143 -0.66135 -0.00013 -0.66737 -0.00065 -0.67338 C -0.00104 -0.67755 -0.00196 -0.68542 -0.00443 -0.68473 C -0.02162 -0.6794 -0.03789 -0.66783 -0.05443 -0.65764 C -0.11953 -0.6176 -0.08529 -0.62616 -0.11693 -0.61991 C -0.11979 -0.62061 -0.12292 -0.62037 -0.12565 -0.62223 C -0.13099 -0.62616 -0.1349 -0.63843 -0.14063 -0.63797 C -0.19011 -0.63102 -0.23893 -0.6125 -0.28815 -0.60024 L -0.35065 -0.55324 C -0.35482 -0.55024 -0.3556 -0.54908 -0.35313 -0.55764 C -0.3487 -0.57338 -0.34336 -0.5882 -0.33932 -0.6044 C -0.33581 -0.61875 -0.3336 -0.63403 -0.3306 -0.64885 C -0.3319 -0.66459 -0.32904 -0.68311 -0.33438 -0.69584 C -0.33802 -0.70394 -0.3461 -0.69862 -0.35182 -0.69769 C -0.36198 -0.6963 -0.37188 -0.6919 -0.3819 -0.68889 L -0.42943 -0.65116 C -0.43177 -0.64931 -0.43425 -0.64699 -0.43685 -0.64653 C -0.43985 -0.6463 -0.44271 -0.64815 -0.44557 -0.64885 C -0.50287 -0.6044 -0.48386 -0.62269 -0.57318 -0.48889 C -0.58893 -0.46528 -0.60143 -0.43542 -0.61563 -0.4088 C -0.62149 -0.37987 -0.62982 -0.35232 -0.63308 -0.32223 C -0.63373 -0.31598 -0.63047 -0.30741 -0.62682 -0.30672 C -0.61107 -0.30417 -0.59518 -0.31112 -0.57943 -0.31389 C -0.56901 -0.31713 -0.5586 -0.3213 -0.54818 -0.32454 C -0.54154 -0.32662 -0.52865 -0.34121 -0.52813 -0.32894 C -0.51758 -0.11204 -0.50117 -0.12315 -0.55313 -0.11551 C -0.55182 -0.11343 -0.55091 -0.11065 -0.54935 -0.1088 C -0.54753 -0.10672 -0.54531 -0.10371 -0.5431 -0.1044 C -0.51498 -0.11297 -0.48724 -0.12524 -0.45938 -0.13565 C -0.46146 -0.12431 -0.48477 -0.01412 -0.47057 -0.01343 C -0.44909 -0.01227 -0.43724 -0.06227 -0.42057 -0.08658 C -0.41367 -0.12408 -0.42435 -0.07107 -0.4056 -0.00672 C -0.39362 0.03449 -0.3888 0.03518 -0.37318 0.04444 C -0.34727 0.03217 -0.35209 0.04004 -0.32943 -0.00672 C -0.30521 -0.05649 -0.32617 -0.03519 -0.30807 -0.05116 C -0.21419 0.05763 -0.25951 0.02476 -0.17682 0.06666 C -0.15235 0.06296 -0.12761 0.06157 -0.10313 0.05555 C -0.09779 0.05416 -0.09649 0.04282 -0.0931 0.03773 C -0.08464 0.02523 -0.07669 0.01088 -0.06693 0.00231 C -0.06042 -0.00348 -0.05287 -0.00348 -0.04571 -0.0044 C -0.01732 -0.00857 0.01107 -0.01042 0.03932 -0.01343 C 0.05312 -0.0169 0.13125 -0.03519 0.1444 -0.04445 C 0.16289 -0.05764 0.17851 -0.08149 0.19557 -0.1 C 0.18685 -0.13102 0.18346 -0.16922 0.1694 -0.19329 C 0.09453 -0.32107 0.02799 -0.39653 -0.07071 -0.43774 C -0.10078 -0.45047 -0.13229 -0.44653 -0.16315 -0.45116 C -0.278 -0.3919 -0.29466 -0.41436 -0.36563 -0.31389 C -0.37787 -0.29607 -0.38815 -0.27524 -0.39935 -0.25602 C -0.39688 -0.27269 -0.39323 -0.28912 -0.39193 -0.30672 C -0.38529 -0.39746 -0.38412 -0.46922 -0.3819 -0.55764 C -0.38268 -0.58357 -0.37787 -0.61227 -0.38438 -0.63565 C -0.38946 -0.65348 -0.3875 -0.59561 -0.38685 -0.57547 C -0.38581 -0.5426 -0.38503 -0.50903 -0.37943 -0.47778 C -0.36784 -0.41366 -0.35026 -0.35324 -0.33568 -0.29121 C -0.33477 -0.25787 -0.34375 -0.21899 -0.33307 -0.19167 C -0.32696 -0.175 -0.31107 -0.19422 -0.30065 -0.2 C -0.28386 -0.20926 -0.2668 -0.21899 -0.25182 -0.23565 C -0.20196 -0.29121 -0.15534 -0.35602 -0.1069 -0.41551 C -0.10287 -0.42037 -0.0944 -0.42894 -0.0944 -0.42871 C -0.09831 -0.39422 -0.09662 -0.41065 -0.10065 -0.34005 C -0.10248 -0.30741 -0.10404 -0.27524 -0.1056 -0.24213 C -0.10352 -0.22547 -0.10196 -0.17431 -0.09935 -0.19167 C -0.09284 -0.23334 -0.09076 -0.27848 -0.0931 -0.32223 C -0.09544 -0.36528 -0.10169 -0.40857 -0.11315 -0.44653 C -0.15365 -0.5801 -0.17839 -0.5625 -0.25807 -0.61112 C -0.27891 -0.6007 -0.30248 -0.6007 -0.32057 -0.57987 C -0.35534 -0.54005 -0.38698 -0.49005 -0.41315 -0.43334 C -0.45222 -0.34838 -0.47162 -0.19329 -0.48815 -0.09561 C -0.48893 -0.07917 -0.49662 -0.03426 -0.49063 -0.04676 C -0.46628 -0.09653 -0.44935 -0.15649 -0.4306 -0.21343 C -0.29466 -0.62709 -0.42565 -0.25811 -0.3444 -0.48449 C -0.34193 -0.41505 -0.34128 -0.34491 -0.33685 -0.27547 C -0.33633 -0.26574 -0.33307 -0.29445 -0.33307 -0.3044 C -0.33347 -0.34815 -0.33399 -0.3926 -0.33815 -0.43542 C -0.34518 -0.5088 -0.34037 -0.50186 -0.35807 -0.51783 C -0.35977 -0.50741 -0.3625 -0.49746 -0.36315 -0.48658 C -0.37227 -0.33056 -0.35235 -0.38612 -0.37435 -0.33149 C -0.3806 -0.34005 -0.38776 -0.34746 -0.3931 -0.35764 C -0.39701 -0.36528 -0.39701 -0.37894 -0.40182 -0.38449 C -0.40586 -0.38866 -0.41107 -0.38287 -0.41563 -0.38218 C -0.41185 -0.37987 -0.40834 -0.37662 -0.40443 -0.37547 C -0.27761 -0.33959 -0.24831 -0.35348 -0.07565 -0.34445 C -0.0586 -0.35024 -0.04089 -0.35232 -0.02435 -0.36227 C -0.02201 -0.36366 -0.02057 -0.37593 -0.02318 -0.37547 C -0.10169 -0.36274 -0.17982 -0.34144 -0.25807 -0.32454 C -0.25443 -0.29561 -0.25716 -0.26112 -0.24688 -0.23774 C -0.1961 -0.1213 -0.08112 -0.14121 -0.0194 -0.12662 C 0.01054 -0.12824 0.06966 -0.07778 0.07057 -0.13102 C 0.07109 -0.16274 -0.01237 -0.19746 -0.0431 -0.20672 C -0.04727 -0.20787 -0.05143 -0.20811 -0.0556 -0.2088 C -0.10196 -0.19977 -0.15573 -0.18774 -0.19935 -0.19329 C -0.2056 -0.19422 -0.20768 -0.20973 -0.21185 -0.21783 L -0.11432 -0.31551 C -0.11003 -0.32014 -0.09844 -0.31875 -0.10065 -0.32662 C -0.103 -0.33496 -0.11094 -0.32385 -0.11563 -0.32014 C -0.23216 -0.22547 -0.19987 -0.26459 -0.26185 -0.1757 C -0.25768 -0.17477 -0.25339 -0.17107 -0.24935 -0.17338 C -0.14232 -0.23218 -0.14284 -0.24028 -0.04571 -0.32662 C -0.09649 -0.34306 -0.07761 -0.33959 -0.17943 -0.3 C -0.19154 -0.29514 -0.22318 -0.25787 -0.21315 -0.27107 C -0.19154 -0.29977 -0.1444 -0.34653 -0.1444 -0.3463 C -0.15768 -0.37014 -0.15365 -0.36713 -0.18932 -0.35764 C -0.20456 -0.35394 -0.21862 -0.3419 -0.23307 -0.33334 C -0.2349 -0.33218 -0.23633 -0.32987 -0.23815 -0.32894 C -0.25052 -0.32223 -0.27018 -0.31436 -0.28307 -0.30903 C -0.21211 -0.37199 -0.12669 -0.38635 -0.06315 -0.47107 C -0.05482 -0.48218 -0.02774 -0.50463 -0.03815 -0.5044 C -0.08151 -0.50348 -0.12396 -0.48079 -0.16693 -0.46875 C -0.22526 -0.47107 -0.34479 -0.37199 -0.34193 -0.47547 C -0.33867 -0.58936 -0.22044 -0.55116 -0.16315 -0.60209 C -0.15899 -0.60579 -0.14623 -0.61598 -0.15065 -0.6132 C -0.28685 -0.53149 -0.23998 -0.56204 -0.37943 -0.42477 C -0.31068 -0.42176 -0.27956 -0.41412 -0.20313 -0.45764 C -0.16888 -0.47732 -0.13893 -0.51551 -0.1069 -0.54445 C -0.1086 -0.54653 -0.10977 -0.55116 -0.11185 -0.55116 C -0.25847 -0.55116 -0.20807 -0.54723 -0.3819 -0.41991 C -0.38229 -0.40741 -0.38972 -0.38704 -0.38307 -0.38218 C -0.32748 -0.34121 -0.25 -0.39422 -0.20065 -0.41343 C -0.18242 -0.45787 -0.17552 -0.46019 -0.24688 -0.44653 C -0.27578 -0.44121 -0.30352 -0.42315 -0.3319 -0.41112 C -0.35026 -0.37987 -0.3737 -0.35625 -0.38685 -0.31783 C -0.39063 -0.30741 -0.38138 -0.28889 -0.37435 -0.28658 C -0.35182 -0.27917 -0.32852 -0.28959 -0.3056 -0.29121 C -0.28854 -0.3051 -0.27097 -0.3176 -0.25443 -0.33334 C -0.25052 -0.33704 -0.2487 -0.34769 -0.2444 -0.34908 C -0.23203 -0.35232 -0.2194 -0.34746 -0.2069 -0.34653 C -0.17227 -0.33635 -0.13789 -0.32385 -0.10313 -0.31551 C -0.08789 -0.31227 -0.04167 -0.30602 -0.0569 -0.31112 C -0.09154 -0.32292 -0.12682 -0.32732 -0.16185 -0.33565 C -0.22018 -0.31065 -0.28373 -0.30949 -0.33685 -0.25996 C -0.35117 -0.24676 -0.31354 -0.21737 -0.29818 -0.2088 C -0.26927 -0.19352 -0.23815 -0.19699 -0.20807 -0.19167 C -0.06615 -0.21922 -0.05508 -0.18287 0.05182 -0.32894 C 0.06263 -0.34375 0.06601 -0.37037 0.07304 -0.39098 C 0.07148 -0.41667 0.07578 -0.44561 0.0681 -0.46667 C 0.03659 -0.55463 -0.11237 -0.53843 -0.12057 -0.54005 C -0.20313 -0.52963 -0.2875 -0.54144 -0.3681 -0.5088 C -0.39557 -0.49769 -0.43477 -0.4632 -0.43307 -0.41343 C -0.43138 -0.35903 -0.38568 -0.34514 -0.36185 -0.31112 C -0.23151 -0.32894 -0.10078 -0.34051 0.02929 -0.36436 C 0.03359 -0.36528 0.03971 -0.38218 0.03554 -0.38449 C 0.01015 -0.39769 -0.01693 -0.3963 -0.0431 -0.40209 C -0.57201 -0.35487 -0.42084 -0.21274 -0.3306 -0.50672 L -0.32318 -0.53102 C -0.3194 -0.48218 -0.32878 -0.42362 -0.31185 -0.38449 C -0.23412 -0.20487 -0.22865 -0.23195 -0.16185 -0.2801 C -0.15235 -0.2963 -0.13763 -0.30672 -0.13307 -0.32894 C -0.12136 -0.38797 -0.10677 -0.50718 -0.14688 -0.55764 C -0.1694 -0.58612 -0.19857 -0.59213 -0.22435 -0.60903 C -0.3194 -0.55162 -0.38841 -0.55625 -0.43438 -0.38218 C -0.44649 -0.33635 -0.43932 -0.28172 -0.44193 -0.23102 C -0.41849 -0.18519 -0.40404 -0.11713 -0.37188 -0.09329 C -0.26498 -0.01459 -0.11719 -0.14931 -0.02943 -0.2 C -0.01862 -0.22153 -0.00378 -0.2382 0.00312 -0.26436 C 0.00898 -0.28658 0.01276 -0.31551 0.0069 -0.33797 C -0.03386 -0.48982 -0.10078 -0.48542 -0.18685 -0.54005 C -0.2444 -0.52662 -0.30547 -0.53797 -0.35938 -0.5 C -0.44714 -0.43797 -0.428 -0.25162 -0.38932 -0.14445 C -0.32018 0.04814 -0.26797 0.05347 -0.16693 0.11319 C -0.1069 0.07176 -0.03711 0.06041 0.01315 -0.01112 C 0.03476 -0.0419 0.02565 -0.1088 0.02304 -0.15787 C 0.01198 -0.3757 -0.00925 -0.46852 -0.10938 -0.61112 C -0.13307 -0.64468 -0.16602 -0.64954 -0.1944 -0.66875 C -0.23021 -0.58449 -0.28229 -0.51528 -0.30182 -0.41551 C -0.33125 -0.26621 -0.24167 -0.09746 -0.19935 -0.0088 C -0.19636 -0.00255 -0.19024 -0.00602 -0.18568 -0.0044 C -0.18307 -0.02824 -0.1793 -0.05162 -0.17813 -0.07547 C -0.16992 -0.25602 -0.17761 -0.31737 -0.21563 -0.51991 C -0.22682 -0.5794 -0.2431 -0.56899 -0.2681 -0.57107 C -0.26979 -0.53334 -0.27435 -0.49561 -0.27318 -0.45764 C -0.26966 -0.34144 -0.25352 -0.24792 -0.20065 -0.16436 C -0.18516 -0.14028 -0.16068 -0.14514 -0.14063 -0.13565 C -0.12227 -0.1676 -0.09766 -0.19098 -0.08568 -0.23102 C -0.05964 -0.31806 -0.05821 -0.46528 -0.10938 -0.53334 C -0.14037 -0.57431 -0.18438 -0.56598 -0.22188 -0.58218 C -0.26185 -0.55857 -0.31211 -0.56412 -0.34193 -0.51112 C -0.40156 -0.40533 -0.36836 -0.22408 -0.32435 -0.1338 C -0.30586 -0.09514 -0.27435 -0.08588 -0.24935 -0.06227 C -0.22318 -0.07107 -0.19323 -0.06366 -0.17057 -0.08889 C -0.07409 -0.19676 -0.09636 -0.2713 -0.08815 -0.45324 C -0.09727 -0.49468 -0.09688 -0.54838 -0.11563 -0.57778 C -0.22201 -0.74422 -0.23594 -0.71644 -0.34557 -0.71112 C -0.37735 -0.67107 -0.42084 -0.65047 -0.44063 -0.59098 C -0.48125 -0.46968 -0.45742 -0.30903 -0.40065 -0.22223 C -0.37709 -0.18612 -0.34232 -0.1838 -0.31315 -0.16436 C -0.29141 -0.16598 -0.26628 -0.14769 -0.24818 -0.16922 C -0.1513 -0.28264 -0.10104 -0.40764 -0.20313 -0.58658 C -0.23464 -0.64213 -0.28646 -0.64005 -0.32813 -0.6669 C -0.48073 -0.55602 -0.55886 -0.61991 -0.52057 -0.32014 C -0.51446 -0.27199 -0.49063 -0.23704 -0.47565 -0.19561 C -0.44857 -0.20602 -0.41615 -0.19653 -0.3944 -0.22709 C -0.37852 -0.24954 -0.37904 -0.29514 -0.37943 -0.33149 C -0.38112 -0.50487 -0.3987 -0.4801 -0.47435 -0.57338 C -0.52852 -0.55255 -0.58412 -0.54098 -0.63685 -0.51112 C -0.67409 -0.49005 -0.66992 -0.48125 -0.66419 -0.45116 C -0.61615 -0.4676 -0.5836 -0.47709 -0.5306 -0.51112 C -0.48464 -0.54051 -0.43985 -0.57616 -0.39557 -0.6132 C -0.37969 -0.62686 -0.36563 -0.64607 -0.35065 -0.66227 C -0.33906 -0.69306 -0.34102 -0.68426 -0.39935 -0.65579 C -0.44922 -0.63102 -0.49766 -0.59954 -0.54688 -0.57107 C -0.57852 -0.53403 -0.61641 -0.50996 -0.64193 -0.45996 C -0.69024 -0.36528 -0.6306 -0.2757 -0.58685 -0.23565 C -0.56459 -0.21505 -0.53685 -0.22709 -0.51185 -0.22223 C -0.40404 -0.25348 -0.36198 -0.22894 -0.28685 -0.37338 C -0.27865 -0.38936 -0.28438 -0.41667 -0.28307 -0.43774 C -0.29818 -0.44746 -0.31224 -0.46991 -0.32813 -0.46667 C -0.4694 -0.43704 -0.45612 -0.4125 -0.54557 -0.25324 C -0.54349 -0.22084 -0.54544 -0.18681 -0.53932 -0.15556 C -0.53763 -0.14676 -0.52826 -0.13774 -0.52435 -0.14445 C -0.50847 -0.17246 -0.50026 -0.21112 -0.48815 -0.24468 C -0.48568 -0.31412 -0.48229 -0.38357 -0.4806 -0.45324 C -0.4793 -0.50741 -0.48386 -0.56204 -0.47943 -0.61551 C -0.47813 -0.63033 -0.47266 -0.58774 -0.47057 -0.57338 C -0.4655 -0.53658 -0.46224 -0.49931 -0.45807 -0.46227 C -0.45365 -0.18542 -0.50143 -0.06713 -0.38685 -0.22894 C -0.35834 -0.26922 -0.3336 -0.31783 -0.3069 -0.36227 C -0.29649 -0.4007 -0.28307 -0.43704 -0.27565 -0.47778 C -0.27279 -0.49329 -0.27071 -0.51459 -0.27682 -0.52662 C -0.28386 -0.54005 -0.29688 -0.53403 -0.3069 -0.53774 C -0.33568 -0.50672 -0.36927 -0.48658 -0.3931 -0.44445 C -0.43334 -0.37362 -0.42539 -0.25926 -0.42813 -0.17338 C -0.42435 -0.15787 -0.42604 -0.12199 -0.41693 -0.12662 C -0.36628 -0.15255 -0.31341 -0.30926 -0.28932 -0.3669 C -0.28399 -0.39422 -0.27669 -0.42061 -0.27318 -0.44885 C -0.27162 -0.46042 -0.26914 -0.4919 -0.27435 -0.48449 C -0.28464 -0.46991 -0.28607 -0.44283 -0.29193 -0.42223 C -0.29453 -0.24468 -0.31159 -0.26783 -0.25182 -0.13102 C -0.24896 -0.12454 -0.24271 -0.12662 -0.23815 -0.12454 C -0.19362 -0.14931 -0.08985 -0.20463 -0.05196 -0.23774 C -0.02656 -0.25996 -0.00521 -0.29399 0.0181 -0.32223 C 0.02304 -0.33565 0.03151 -0.34653 0.03307 -0.36227 C 0.03372 -0.36875 0.02513 -0.37662 0.02304 -0.37107 C 0.01107 -0.33959 0.0056 -0.30139 -0.00313 -0.26667 C 0.00521 -0.21783 0.01054 -0.1669 0.02187 -0.11991 C 0.02396 -0.11158 0.03047 -0.10556 0.03554 -0.10672 C 0.04284 -0.10811 0.04804 -0.11991 0.05429 -0.12662 C 0.07643 -0.18449 0.10013 -0.24028 0.12057 -0.3 C 0.13398 -0.33959 0.14466 -0.38079 0.1556 -0.42223 C 0.1569 -0.42686 0.15924 -0.44074 0.1569 -0.43774 C 0.11979 -0.3919 0.08828 -0.33172 0.04935 -0.29121 C -0.03998 -0.19815 0.00429 -0.22547 -0.0806 -0.19561 C -0.17331 -0.20695 -0.22057 -0.20487 -0.31315 -0.25324 C -0.3349 -0.26482 -0.35391 -0.28889 -0.37435 -0.30672 C -0.37813 -0.37547 -0.38477 -0.36528 -0.33438 -0.41551 C -0.27969 -0.47061 -0.17826 -0.51019 -0.12682 -0.53542 C -0.09896 -0.53033 -0.05873 -0.56158 -0.0431 -0.51991 C -0.01992 -0.45811 -0.09505 -0.33149 -0.11185 -0.29769 C -0.11784 -0.26621 -0.12162 -0.24815 -0.08321 -0.36227 C -0.07787 -0.37801 -0.07565 -0.3963 -0.07188 -0.41343 C -0.07057 -0.43172 -0.06732 -0.43102 -0.07188 -0.43102 " pathEditMode="relative" rAng="0" ptsTypes="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14" dur="12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089" y="-39977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0.0819 -0.05115 L 0.0819 -0.05092 C 0.07604 -0.05486 0.07031 -0.05926 0.06432 -0.06227 C 0.06107 -0.06389 0.05768 -0.06458 0.0543 -0.06435 C 0.02643 -0.06389 -0.00143 -0.06157 -0.02943 -0.05995 C -0.07083 -0.04768 -0.04323 -0.05509 -0.14193 -0.06227 C -0.14779 -0.06273 -0.15352 -0.06527 -0.15937 -0.06666 C -0.16875 -0.06875 -0.18203 -0.0706 -0.19062 -0.07338 C -0.1974 -0.07569 -0.20404 -0.07893 -0.21068 -0.08217 C -0.21771 -0.08588 -0.22982 -0.09444 -0.23815 -0.09768 C -0.24062 -0.09884 -0.2431 -0.0993 -0.24557 -0.1 C -0.24766 -0.10231 -0.24961 -0.10509 -0.25182 -0.10671 C -0.2543 -0.1081 -0.2569 -0.1081 -0.25937 -0.10879 C -0.26354 -0.11018 -0.26771 -0.1118 -0.27187 -0.11342 C -0.30143 -0.1118 -0.33112 -0.11134 -0.36068 -0.10879 C -0.36523 -0.10856 -0.36979 -0.10578 -0.37435 -0.10439 C -0.38268 -0.10208 -0.39102 -0.0993 -0.39935 -0.09768 C -0.4194 -0.09421 -0.43932 -0.09189 -0.45937 -0.08889 C -0.51849 -0.07986 -0.45885 -0.08889 -0.50807 -0.08009 C -0.51732 -0.07824 -0.52643 -0.07708 -0.53568 -0.07546 L -0.56068 -0.07106 C -0.58685 -0.07176 -0.61315 -0.07129 -0.63932 -0.07338 C -0.64128 -0.07338 -0.64297 -0.07569 -0.6444 -0.07777 C -0.64596 -0.08009 -0.64674 -0.08379 -0.64818 -0.08657 C -0.65286 -0.11157 -0.65078 -0.09444 -0.64818 -0.13564 C -0.64766 -0.14352 -0.64779 -0.15046 -0.64674 -0.15787 C -0.64505 -0.17245 -0.64102 -0.17824 -0.63568 -0.18889 C -0.63359 -0.19328 -0.63203 -0.19814 -0.62943 -0.2 C -0.62474 -0.20393 -0.6194 -0.20463 -0.61432 -0.20671 C -0.59635 -0.21574 -0.59401 -0.21828 -0.57435 -0.22453 C -0.56523 -0.22731 -0.55599 -0.22893 -0.54687 -0.23102 C -0.51927 -0.22708 -0.4845 -0.22754 -0.4569 -0.20879 C -0.42044 -0.18402 -0.39336 -0.15787 -0.36068 -0.12245 C -0.33841 -0.09814 -0.35052 -0.10995 -0.33437 -0.08449 C -0.33034 -0.07824 -0.32591 -0.07268 -0.32187 -0.06666 C -0.3181 -0.06088 -0.31523 -0.05277 -0.31068 -0.04884 C -0.29622 -0.0368 -0.2806 -0.02963 -0.26562 -0.0199 C -0.25859 -0.02083 -0.25143 -0.0199 -0.2444 -0.02222 C -0.24206 -0.02291 -0.24036 -0.02708 -0.23815 -0.02893 C -0.23281 -0.0331 -0.22734 -0.0368 -0.22187 -0.04004 C -0.21992 -0.0412 -0.21771 -0.04143 -0.21562 -0.04213 C -0.20768 -0.04583 -0.19974 -0.04953 -0.19193 -0.05324 C -0.18984 -0.05277 -0.17031 -0.04814 -0.1944 -0.04884 L -0.42943 -0.05787 C -0.46146 -0.05625 -0.49349 -0.05254 -0.52565 -0.05324 C -0.52695 -0.05347 -0.52708 -0.05764 -0.52682 -0.05995 C -0.52656 -0.06319 -0.52552 -0.0662 -0.52435 -0.06898 C -0.52253 -0.07314 -0.51992 -0.07592 -0.5181 -0.08009 C -0.51536 -0.08634 -0.51354 -0.09375 -0.51068 -0.1 C -0.50768 -0.10648 -0.50365 -0.11134 -0.50065 -0.11782 C -0.497 -0.12569 -0.4944 -0.13472 -0.49062 -0.14213 C -0.48555 -0.15254 -0.47956 -0.16111 -0.47435 -0.17106 C -0.4595 -0.2 -0.43711 -0.2625 -0.42943 -0.28217 C -0.42891 -0.28495 -0.42812 -0.28657 -0.42812 -0.28889 C -0.42812 -0.29189 -0.42812 -0.3 -0.42943 -0.29768 C -0.43385 -0.28981 -0.43607 -0.27847 -0.43932 -0.26898 C -0.43789 -0.25277 -0.43815 -0.24537 -0.43568 -0.27546 C -0.43281 -0.30902 -0.4306 -0.34213 -0.42812 -0.37546 C -0.42891 -0.46875 -0.42969 -0.56227 -0.4306 -0.65578 C -0.43099 -0.68889 -0.43047 -0.72245 -0.4319 -0.75555 C -0.43203 -0.75879 -0.43333 -0.7493 -0.43437 -0.74652 C -0.4375 -0.73889 -0.44154 -0.7324 -0.4444 -0.7243 C -0.45521 -0.69444 -0.46588 -0.66458 -0.47565 -0.63333 C -0.49115 -0.58379 -0.5207 -0.50185 -0.5306 -0.43333 C -0.53242 -0.42083 -0.53307 -0.4081 -0.53437 -0.39583 C -0.53398 -0.37847 -0.53529 -0.36111 -0.53307 -0.34444 C -0.53281 -0.34143 -0.5293 -0.34444 -0.52812 -0.34652 C -0.50612 -0.39097 -0.48398 -0.43472 -0.46432 -0.48217 C -0.45846 -0.49652 -0.45586 -0.51458 -0.45182 -0.53102 C -0.4418 -0.57314 -0.44375 -0.5662 -0.43815 -0.60902 C -0.43854 -0.61921 -0.43763 -0.63009 -0.43932 -0.64004 C -0.43971 -0.64213 -0.44206 -0.63889 -0.4431 -0.63796 C -0.44661 -0.63402 -0.45039 -0.63009 -0.45312 -0.6243 C -0.45716 -0.61643 -0.46016 -0.60694 -0.46315 -0.59791 C -0.47266 -0.56782 -0.48151 -0.53703 -0.49062 -0.50671 C -0.49336 -0.47731 -0.49818 -0.43472 -0.49818 -0.40439 C -0.49818 -0.38055 -0.49648 -0.35717 -0.49557 -0.33333 C -0.49193 -0.33564 -0.48711 -0.33472 -0.48437 -0.34004 C -0.46328 -0.38032 -0.46302 -0.39189 -0.45443 -0.43541 C -0.45352 -0.44745 -0.45117 -0.45926 -0.45182 -0.47106 C -0.45599 -0.53796 -0.45521 -0.54236 -0.47057 -0.58217 C -0.47213 -0.58611 -0.47396 -0.58981 -0.47565 -0.59328 C -0.48307 -0.54375 -0.49128 -0.49444 -0.49818 -0.44444 C -0.50052 -0.42685 -0.50286 -0.40902 -0.50312 -0.39097 C -0.50378 -0.34583 -0.50247 -0.30092 -0.50065 -0.25602 C -0.5 -0.23981 -0.49831 -0.23935 -0.4931 -0.23333 C -0.47435 -0.28495 -0.45286 -0.3331 -0.43685 -0.38657 C -0.42812 -0.41666 -0.42409 -0.49676 -0.42187 -0.52893 C -0.42396 -0.59467 -0.42552 -0.66064 -0.42812 -0.72662 C -0.42825 -0.72893 -0.42917 -0.72245 -0.42943 -0.7199 C -0.42995 -0.71435 -0.43034 -0.7081 -0.4306 -0.70231 C -0.43151 -0.68727 -0.43229 -0.67245 -0.43307 -0.65764 C -0.43138 -0.63564 -0.44557 -0.39097 -0.39557 -0.32014 C -0.39206 -0.31481 -0.38724 -0.3125 -0.38307 -0.30902 C -0.37773 -0.30972 -0.37109 -0.30486 -0.36693 -0.31111 C -0.34596 -0.34189 -0.37865 -0.38217 -0.38568 -0.39768 C -0.3931 -0.38449 -0.40091 -0.37314 -0.4056 -0.35555 C -0.40846 -0.3449 -0.40977 -0.33333 -0.41185 -0.32222 C -0.41549 -0.27847 -0.41745 -0.28217 -0.40443 -0.22708 C -0.40352 -0.22291 -0.40026 -0.22384 -0.39818 -0.22222 C -0.37461 -0.23611 -0.38568 -0.22615 -0.36562 -0.31111 C -0.35898 -0.33958 -0.35599 -0.39305 -0.35312 -0.42222 C -0.34922 -0.46227 -0.34479 -0.50208 -0.34062 -0.54213 C -0.33984 -0.57338 -0.33841 -0.60439 -0.33815 -0.63564 C -0.33802 -0.64606 -0.33659 -0.6574 -0.33932 -0.66689 C -0.34049 -0.67037 -0.34375 -0.6625 -0.34557 -0.65995 C -0.34961 -0.65439 -0.35338 -0.64861 -0.3569 -0.64213 C -0.37773 -0.60347 -0.37305 -0.60902 -0.38815 -0.55555 C -0.39935 -0.40717 -0.40807 -0.37639 -0.3944 -0.22708 C -0.39375 -0.21944 -0.38776 -0.21782 -0.38437 -0.21342 C -0.38268 -0.21481 -0.38073 -0.21574 -0.37943 -0.21782 C -0.37083 -0.23287 -0.35573 -0.27361 -0.35065 -0.28657 C -0.33255 -0.43958 -0.32005 -0.47129 -0.3306 -0.61551 C -0.33112 -0.62268 -0.33646 -0.62592 -0.33932 -0.63102 C -0.34401 -0.62754 -0.34974 -0.62639 -0.35312 -0.6199 C -0.38503 -0.55949 -0.3776 -0.55185 -0.38437 -0.46666 C -0.3819 -0.45115 -0.38268 -0.43264 -0.37682 -0.4199 C -0.35 -0.3625 -0.33789 -0.39259 -0.30443 -0.41342 C -0.30104 -0.42152 -0.297 -0.4287 -0.2944 -0.43773 C -0.28763 -0.46064 -0.2845 -0.49953 -0.2819 -0.52222 C -0.28307 -0.52592 -0.2832 -0.53379 -0.28568 -0.53333 C -0.28867 -0.53264 -0.28867 -0.52407 -0.29062 -0.5199 C -0.29453 -0.51134 -0.29896 -0.5037 -0.30312 -0.4956 C -0.33841 -0.34514 -0.3319 -0.40787 -0.3319 -0.20671 L -0.32812 -0.2 C -0.32018 -0.20509 -0.31081 -0.20602 -0.30443 -0.21574 C -0.2582 -0.28657 -0.26549 -0.34213 -0.25065 -0.45555 C -0.25143 -0.45856 -0.2513 -0.46365 -0.25312 -0.46435 C -0.25456 -0.46504 -0.25482 -0.45995 -0.2556 -0.45764 C -0.25781 -0.45115 -0.25977 -0.44444 -0.26185 -0.43773 C -0.26432 -0.41412 -0.2694 -0.37338 -0.2681 -0.35115 C -0.26654 -0.32245 -0.2638 -0.29352 -0.25807 -0.26666 C -0.2556 -0.25486 -0.24935 -0.24699 -0.2444 -0.23773 C -0.2401 -0.23032 -0.2362 -0.2206 -0.2306 -0.21574 C -0.21302 -0.19977 -0.19401 -0.18889 -0.17565 -0.17569 C -0.17318 -0.17708 -0.1707 -0.1787 -0.1681 -0.18032 C -0.16654 -0.18078 -0.16484 -0.1824 -0.16315 -0.18217 C -0.15846 -0.18194 -0.15391 -0.17916 -0.14935 -0.17777 C -0.14479 -0.17106 -0.13997 -0.16481 -0.13568 -0.15787 C -0.12213 -0.13564 -0.11849 -0.125 -0.1056 -0.10671 C -0.10325 -0.10324 -0.10065 -0.10069 -0.09818 -0.09768 C -0.09531 -0.09467 -0.09206 -0.09259 -0.08945 -0.08889 C -0.06575 -0.05532 -0.09062 -0.08657 -0.07318 -0.05555 C -0.07187 -0.05324 -0.06979 -0.05254 -0.0681 -0.05115 C -0.06575 -0.0493 -0.06107 -0.04583 -0.0582 -0.04444 C -0.04713 -0.03889 -0.05833 -0.04537 -0.04935 -0.04004 C 0.01484 -0.05277 -0.047 -0.03727 0.02435 -0.06666 C 0.02891 -0.06852 0.03359 -0.06782 0.03815 -0.06898 C 0.04271 -0.0699 0.04727 -0.07199 0.05182 -0.07338 C 0.05482 -0.0743 0.05768 -0.07477 0.06055 -0.07546 C 0.06471 -0.07477 0.06979 -0.07777 0.07305 -0.07338 C 0.07487 -0.07106 0.07292 -0.06227 0.07057 -0.06227 C 0.04479 -0.06088 0.01888 -0.06574 -0.0069 -0.06898 C -0.02448 -0.07106 -0.0418 -0.07569 -0.05937 -0.07777 C -0.07773 -0.08009 -0.09609 -0.07986 -0.11432 -0.08217 C -0.15104 -0.08727 -0.18776 -0.09398 -0.22435 -0.1 C -0.25937 -0.08889 -0.29453 -0.07939 -0.32943 -0.06666 C -0.33112 -0.06597 -0.3349 -0.06041 -0.33307 -0.05995 C -0.3293 -0.05879 -0.32565 -0.06296 -0.32187 -0.06435 C -0.30273 -0.07245 -0.28346 -0.07986 -0.26432 -0.08889 L -0.22682 -0.10671 C -0.21276 -0.11296 -0.19831 -0.11782 -0.18437 -0.12453 C -0.16081 -0.13703 -0.13724 -0.14907 -0.11432 -0.16435 C -0.10091 -0.17338 -0.08711 -0.1824 -0.07565 -0.19814 C -0.06927 -0.20625 -0.06862 -0.20532 -0.07565 -0.20231 C -0.07904 -0.19699 -0.08281 -0.19259 -0.08568 -0.1868 C -0.11615 -0.12407 -0.11875 -0.12592 -0.1319 -0.06666 C -0.13594 -0.04838 -0.13932 -0.02963 -0.1431 -0.01111 C -0.14232 -0.00439 -0.14388 0.0051 -0.14062 0.0088 C -0.12943 0.02153 -0.12878 -0.00162 -0.12682 -0.00879 C -0.12591 -0.01273 -0.12435 -0.0162 -0.12318 -0.0199 C -0.12227 -0.04676 -0.11849 -0.07361 -0.12057 -0.1 C -0.12474 -0.1493 -0.13424 -0.19652 -0.14193 -0.24467 C -0.14414 -0.25926 -0.14753 -0.27268 -0.15065 -0.28657 C -0.15208 -0.29328 -0.14792 -0.27361 -0.14687 -0.26666 C -0.13542 -0.19421 -0.12773 -0.11967 -0.11315 -0.04884 C -0.11276 -0.04699 -0.08047 0.08218 -0.05937 0.10209 C -0.05312 0.10811 -0.04518 0.10371 -0.03815 0.1044 C -0.03477 0.10139 -0.03125 0.09931 -0.02812 0.09561 C -0.02083 0.08704 -0.01575 0.07616 -0.01185 0.06227 C -0.0043 0.03449 0.00208 0.00579 0.00938 -0.02222 C 0.01654 -0.04977 0.04753 -0.15463 0.04935 -0.15995 C 0.05898 -0.18842 0.08542 -0.27523 0.07813 -0.24467 C 0.07435 -0.22893 0.06992 -0.21412 0.0668 -0.19814 C 0.05859 -0.1537 0.05182 -0.10879 0.0444 -0.06435 C 0.04219 -0.01944 0.03854 0.01644 0.04688 0.06227 C 0.04779 0.06713 0.05273 0.06366 0.0556 0.06436 C 0.07526 0.04699 0.08164 0.04561 0.09557 0.02223 C 0.09883 0.0169 0.10195 0.01088 0.1043 0.0044 C 0.1224 -0.04375 0.12734 -0.05231 0.13438 -0.09768 C 0.13594 -0.1081 0.13646 -0.11875 0.13815 -0.12893 C 0.15508 -0.23727 0.14089 -0.13217 0.15065 -0.20671 C 0.15104 -0.17708 0.15104 -0.14745 0.15182 -0.11782 C 0.15273 -0.08912 0.15339 -0.06736 0.16185 -0.04213 C 0.16354 -0.03727 0.1668 -0.03472 0.1694 -0.03102 C 0.18255 -0.0324 0.19609 -0.02754 0.2069 -0.04444 C 0.21068 -0.05046 0.21263 -0.05926 0.21563 -0.06666 C 0.2194 -0.09259 0.22513 -0.11782 0.22682 -0.14444 C 0.23307 -0.24074 0.23438 -0.23819 0.2194 -0.21111 C 0.21029 -0.13055 0.20938 -0.12916 0.20807 0.00232 C 0.20742 0.07778 0.20534 0.06806 0.2168 0.10209 C 0.22162 0.13611 0.21693 0.09885 0.19805 0.04885 C 0.19219 0.03311 0.18581 0.0176 0.17813 0.0044 C 0.08828 -0.15092 0.12266 -0.10393 0.00182 -0.17569 C -0.00977 -0.17338 -0.02187 -0.17477 -0.0332 -0.16921 C -0.03906 -0.16597 -0.04362 -0.15648 -0.04818 -0.14884 C -0.06146 -0.12685 -0.07513 -0.10486 -0.08685 -0.08009 C -0.11706 -0.01643 -0.09414 -0.02731 -0.11432 -0.0199 C -0.1181 -0.02152 -0.122 -0.02199 -0.12565 -0.02453 C -0.12878 -0.02662 -0.13112 -0.03148 -0.13437 -0.03333 C -0.13919 -0.03611 -0.1444 -0.03657 -0.14935 -0.03773 C -0.15937 -0.04027 -0.1694 -0.04213 -0.17943 -0.04444 C -0.20026 -0.06157 -0.22174 -0.07615 -0.24193 -0.0956 C -0.27383 -0.12639 -0.29141 -0.14676 -0.3319 -0.16273 C -0.3651 -0.17477 -0.39935 -0.17708 -0.43307 -0.18449 C -0.48646 -0.17963 -0.48581 -0.19004 -0.53568 -0.14027 C -0.56419 -0.11134 -0.59102 -0.07731 -0.6181 -0.04444 C -0.63984 -0.01828 -0.62096 -0.03657 -0.63568 -0.01342 C -0.63685 -0.01111 -0.63893 -0.01041 -0.64049 -0.00879 C -0.63815 -0.01713 -0.63529 -0.025 -0.63307 -0.03333 C -0.63086 -0.04143 -0.6293 -0.05 -0.62682 -0.05787 C -0.62383 -0.06782 -0.62005 -0.07685 -0.61693 -0.08657 C -0.61341 -0.09768 -0.61029 -0.10902 -0.6069 -0.1199 C -0.60456 -0.12754 -0.6013 -0.13426 -0.59935 -0.14213 C -0.58919 -0.18356 -0.58529 -0.22546 -0.56693 -0.25787 C -0.55781 -0.27384 -0.56263 -0.26875 -0.55312 -0.27546 C -0.55026 -0.27407 -0.547 -0.27384 -0.5444 -0.27106 C -0.53125 -0.25787 -0.5276 -0.24051 -0.51562 -0.22222 C -0.50703 -0.20926 -0.49661 -0.2 -0.48815 -0.1868 C -0.46367 -0.14768 -0.47148 -0.13541 -0.43815 -0.10671 C -0.39075 -0.06574 -0.34141 -0.03264 -0.2931 0.0044 C -0.27734 0.00232 -0.26081 0.00579 -0.24557 -0.00231 C -0.2388 -0.00578 -0.23516 -0.01921 -0.2306 -0.02893 C -0.22891 -0.03264 -0.22799 -0.03773 -0.22682 -0.04213 C -0.22552 -0.04745 -0.22422 -0.05254 -0.22318 -0.05787 C -0.21914 -0.07847 -0.2207 -0.10486 -0.21185 -0.1199 C -0.19062 -0.15671 -0.13685 -0.20625 -0.10312 -0.22222 C -0.08841 -0.22916 -0.07318 -0.23102 -0.0582 -0.23564 C -0.00143 -0.27384 0.02422 -0.28495 0.07435 -0.34213 C 0.12539 -0.40092 0.07018 -0.37523 0.1431 -0.44004 C 0.14648 -0.44282 0.14948 -0.44745 0.15313 -0.44884 C 0.15964 -0.45115 0.16641 -0.45046 0.17305 -0.45115 C 0.19414 -0.48842 0.18503 -0.4743 0.19935 -0.4956 C 0.20013 -0.5 0.20078 -0.50463 0.20182 -0.50879 C 0.203 -0.51342 0.20547 -0.51713 0.2056 -0.52222 C 0.20599 -0.53935 0.21003 -0.56134 0.20313 -0.57338 C 0.13008 -0.69838 0.1375 -0.68958 0.0793 -0.7 C 0.05898 -0.68657 0.03451 -0.68541 0.0181 -0.65995 C -0.025 -0.59305 -0.05794 -0.5074 -0.0944 -0.42893 C -0.09922 -0.41828 -0.10039 -0.40324 -0.1056 -0.39328 C -0.13385 -0.33958 -0.13099 -0.34352 -0.15312 -0.32662 C -0.16328 -0.32986 -0.17995 -0.32986 -0.18932 -0.34444 C -0.1974 -0.35717 -0.20469 -0.3706 -0.21185 -0.38449 C -0.2224 -0.40463 -0.21953 -0.40856 -0.23307 -0.42662 C -0.24896 -0.44791 -0.26276 -0.47731 -0.2819 -0.48657 C -0.29102 -0.49097 -0.30013 -0.49629 -0.30937 -0.5 C -0.38646 -0.52963 -0.52018 -0.51435 -0.56185 -0.51551 C -0.55781 -0.55185 -0.56224 -0.52731 -0.5569 -0.54444 C -0.55391 -0.5537 -0.55299 -0.5618 -0.54818 -0.56875 C -0.54505 -0.57338 -0.54128 -0.57592 -0.53815 -0.57986 C -0.52487 -0.59699 -0.52565 -0.60185 -0.50937 -0.61319 C -0.50547 -0.61597 -0.50104 -0.6162 -0.49687 -0.61782 C -0.46393 -0.59027 -0.42708 -0.57453 -0.39818 -0.53541 C -0.36667 -0.49305 -0.32865 -0.34213 -0.31068 -0.28657 C -0.29727 -0.24629 -0.28268 -0.20625 -0.2681 -0.16666 C -0.26354 -0.15463 -0.25898 -0.14189 -0.25312 -0.13102 C -0.2418 -0.11041 -0.23125 -0.0868 -0.21693 -0.07338 L -0.17187 -0.03102 C -0.14727 -0.03865 -0.11862 -0.04305 -0.0944 -0.05995 C -0.08711 -0.06504 -0.08034 -0.07222 -0.07318 -0.07777 C -0.06484 -0.08402 -0.05638 -0.08912 -0.04818 -0.0956 C -0.03958 -0.10231 -0.03164 -0.11134 -0.02318 -0.11782 C -0.00156 -0.13541 0.02018 -0.15185 0.0418 -0.16921 C 0.04388 -0.16805 0.04714 -0.17014 0.04805 -0.16666 C 0.04896 -0.16435 0.0457 -0.1618 0.0444 -0.15995 C 0.04037 -0.15463 0.03659 -0.14768 0.0319 -0.14444 C 0.02018 -0.13634 0.00781 -0.13125 -0.00443 -0.12662 C -0.05221 -0.10833 -0.13138 -0.09768 -0.1694 -0.0956 C -0.25937 -0.09051 -0.34935 -0.09259 -0.43932 -0.0912 L -0.48685 -0.09768 C -0.48854 -0.09814 -0.49193 -0.09699 -0.49193 -0.1 C -0.48945 -0.20463 -0.48659 -0.30949 -0.47943 -0.41342 C -0.47812 -0.43102 -0.47187 -0.44652 -0.46693 -0.46227 C -0.46185 -0.47777 -0.45612 -0.49305 -0.44935 -0.50671 C -0.42656 -0.55254 -0.37799 -0.58889 -0.35443 -0.60902 C -0.34648 -0.61551 -0.33776 -0.61782 -0.32943 -0.62222 C -0.30352 -0.60509 -0.27643 -0.59328 -0.25182 -0.57106 C -0.24674 -0.56643 -0.24596 -0.55347 -0.2431 -0.54444 C -0.24088 -0.53703 -0.2388 -0.52963 -0.23685 -0.52222 C -0.23307 -0.5074 -0.23047 -0.49166 -0.22565 -0.47777 C -0.22031 -0.4625 -0.21328 -0.4493 -0.2069 -0.43541 C -0.19896 -0.41852 -0.19154 -0.40532 -0.1819 -0.39097 C -0.17708 -0.38402 -0.17279 -0.375 -0.16693 -0.37106 C -0.15117 -0.36064 -0.13437 -0.35625 -0.1181 -0.34907 C -0.07969 -0.35115 -0.07344 -0.33958 -0.0431 -0.39768 L -0.01315 -0.45555 C -0.01107 -0.46504 -0.00859 -0.47453 -0.0069 -0.48449 C -0.00612 -0.48865 -0.00417 -0.49421 -0.0056 -0.49768 C -0.01628 -0.52268 -0.02109 -0.51759 -0.03437 -0.52662 C -0.03906 -0.52986 -0.04362 -0.53402 -0.04818 -0.53773 C -0.08398 -0.51041 -0.12005 -0.48426 -0.1556 -0.45555 C -0.20234 -0.41828 -0.16445 -0.43912 -0.21562 -0.39328 C -0.25599 -0.3574 -0.29453 -0.31227 -0.33815 -0.2912 C -0.4957 -0.21643 -0.25221 -0.33472 -0.41315 -0.24676 C -0.49818 -0.20023 -0.44935 -0.24143 -0.48815 -0.20671 C -0.49023 -0.21041 -0.49466 -0.2125 -0.4944 -0.21782 C -0.48997 -0.28495 -0.48463 -0.3 -0.46432 -0.34652 C -0.41315 -0.46435 -0.40378 -0.49213 -0.34935 -0.58217 C -0.33997 -0.59791 -0.32122 -0.62592 -0.3069 -0.63333 C -0.29427 -0.63981 -0.28099 -0.64213 -0.2681 -0.64652 C -0.26432 -0.64282 -0.26029 -0.64051 -0.2569 -0.63564 C -0.25273 -0.62963 -0.24896 -0.62291 -0.24557 -0.61551 C -0.21888 -0.55671 -0.22383 -0.54097 -0.20065 -0.44884 C -0.19167 -0.41342 -0.14896 -0.18842 -0.10312 -0.10671 C -0.09648 -0.09467 -0.08893 -0.08379 -0.0806 -0.07546 C -0.06667 -0.06157 -0.05143 -0.05185 -0.03685 -0.04004 C -0.01523 -0.04143 0.00651 -0.04213 0.02813 -0.04444 C 0.03945 -0.04583 0.05156 -0.04282 0.06185 -0.05115 C 0.07539 -0.06203 0.08555 -0.0831 0.09688 -0.1 C 0.11419 -0.12569 0.11419 -0.12801 0.12682 -0.15555 C 0.12891 -0.16597 0.13151 -0.17592 0.13307 -0.1868 C 0.13398 -0.19236 0.13698 -0.20069 0.13438 -0.20463 C 0.125 -0.21736 0.09622 -0.22129 0.08555 -0.22222 C 0.04557 -0.22592 0.0056 -0.2287 -0.03437 -0.23102 C -0.05456 -0.22546 -0.10052 -0.21342 -0.12187 -0.20463 C -0.15117 -0.19213 -0.17969 -0.17338 -0.20937 -0.16435 C -0.23359 -0.15694 -0.30521 -0.15023 -0.33932 -0.14676 L -0.5069 -0.15555 C -0.51341 -0.15625 -0.51289 -0.15949 -0.51432 -0.16666 C -0.51484 -0.17569 -0.51667 -0.18518 -0.51562 -0.19328 C -0.51003 -0.23842 -0.50664 -0.28588 -0.4944 -0.32662 C -0.48398 -0.36134 -0.44883 -0.40856 -0.42682 -0.42893 C -0.41562 -0.43935 -0.4043 -0.45139 -0.39193 -0.45555 C -0.36888 -0.46319 -0.34518 -0.46134 -0.32187 -0.46435 C -0.30664 -0.45995 -0.27539 -0.45347 -0.26185 -0.43773 C -0.24362 -0.41666 -0.22852 -0.38773 -0.21185 -0.36227 C -0.1944 -0.30439 -0.17526 -0.24814 -0.15937 -0.18889 C -0.14935 -0.15162 -0.14518 -0.10972 -0.13437 -0.07338 C -0.12643 -0.04676 -0.1194 -0.01921 -0.11068 0.00672 C -0.10846 0.01297 -0.10195 0.02223 -0.10195 0.02246 C -0.09518 0.02084 -0.08841 0.02084 -0.0819 0.01783 C -0.07865 0.01621 -0.07591 0.01227 -0.07318 0.0088 C -0.03372 -0.0412 -0.04388 -0.03287 -0.00195 -0.11782 C 0.00039 -0.1456 0.00195 -0.15208 -0.0082 -0.18889 C -0.0125 -0.20486 -0.04297 -0.24213 -0.04818 -0.24676 C -0.147 -0.33472 -0.12474 -0.30463 -0.25807 -0.31782 C -0.28229 -0.30416 -0.34883 -0.26944 -0.3806 -0.24213 C -0.38945 -0.23495 -0.39727 -0.22453 -0.4056 -0.21574 C -0.41901 -0.18449 -0.43268 -0.15393 -0.44557 -0.12245 C -0.44727 -0.11828 -0.45013 -0.10416 -0.44935 -0.10879 C -0.44779 -0.11875 -0.44518 -0.12824 -0.4431 -0.13773 C -0.43789 -0.24977 -0.43138 -0.36921 -0.44193 -0.47777 C -0.44896 -0.55069 -0.44687 -0.25602 -0.44687 -0.25532 C -0.44648 -0.2037 -0.44492 -0.04814 -0.44557 -0.1 C -0.44687 -0.18032 -0.4474 -0.25995 -0.44818 -0.34004 C -0.44909 -0.4456 -0.44922 -0.55023 -0.45065 -0.65578 C -0.45091 -0.67916 -0.45221 -0.70301 -0.45312 -0.72662 C -0.45456 -0.76203 -0.45521 -0.77268 -0.4569 -0.80208 C -0.46055 -0.60856 -0.46042 -0.60694 -0.46693 -0.35115 C -0.46758 -0.32592 -0.46849 -0.30092 -0.4694 -0.27546 C -0.46901 -0.24143 -0.46966 -0.20764 -0.4681 -0.17338 C -0.46784 -0.16805 -0.46615 -0.18356 -0.46562 -0.18889 C -0.46445 -0.2 -0.46445 -0.21134 -0.46315 -0.22222 C -0.45911 -0.25439 -0.45521 -0.28657 -0.44935 -0.31782 C -0.41784 -0.48611 -0.42474 -0.46782 -0.3694 -0.65578 L -0.3556 -0.70231 C -0.35482 -0.69583 -0.35325 -0.68889 -0.35312 -0.68217 C -0.347 -0.22384 -0.38685 -0.36898 -0.34687 -0.22708 C -0.33685 -0.27129 -0.34661 -0.22407 -0.33815 -0.28217 C -0.33125 -0.32986 -0.32161 -0.38217 -0.31562 -0.43102 C -0.30456 -0.52152 -0.31875 -0.4449 -0.29557 -0.57338 C -0.29492 -0.57731 -0.2931 -0.58078 -0.29193 -0.58449 C -0.28581 -0.5199 -0.29219 -0.59074 -0.28815 -0.4199 C -0.28763 -0.3993 -0.28659 -0.37847 -0.28568 -0.35764 C -0.27786 -0.18125 -0.28789 -0.2449 -0.27057 -0.15324 C -0.26693 -0.15787 -0.26289 -0.1618 -0.25937 -0.16666 C -0.24023 -0.19352 -0.20599 -0.26597 -0.20065 -0.28009 C -0.1931 -0.2993 -0.18503 -0.31782 -0.17812 -0.33796 C -0.09727 -0.57245 -0.14167 -0.49838 -0.0944 -0.57338 C -0.09167 -0.58287 -0.09088 -0.58981 -0.09062 -0.56875 C -0.08945 -0.48819 -0.08893 -0.4074 -0.08815 -0.32662 C -0.03646 -0.47963 -0.08685 -0.32731 -0.03685 -0.48889 C -0.0293 -0.51365 -0.02253 -0.53958 -0.01315 -0.56227 L 0.00807 -0.61319 C 0.01016 -0.60833 0.0125 -0.60347 0.01432 -0.59791 C 0.01654 -0.59143 0.02383 -0.5618 0.02435 -0.55995 C 0.0319 -0.53333 0.04063 -0.50671 0.05182 -0.48449 C 0.0556 -0.47685 0.06107 -0.47245 0.06563 -0.46666 C 0.0694 -0.46736 0.07422 -0.46412 0.07682 -0.46875 C 0.11667 -0.53958 0.09453 -0.51157 0.11055 -0.55764 C 0.11354 -0.5662 0.11758 -0.57361 0.12057 -0.58217 C 0.12721 -0.60046 0.13307 -0.61921 0.13932 -0.63796 C 0.14753 -0.6618 0.14037 -0.63889 0.1444 -0.65578 C 0.14505 -0.65856 0.14505 -0.66412 0.14688 -0.66458 C 0.16888 -0.66782 0.19102 -0.6662 0.21315 -0.66689 C 0.21016 -0.67384 0.20521 -0.68796 0.20065 -0.69352 C 0.19258 -0.70231 0.18412 -0.70995 0.17565 -0.71759 C 0.17201 -0.72106 0.16797 -0.72314 0.16432 -0.72662 C 0.15599 -0.73495 0.15677 -0.73935 0.14805 -0.74444 C 0.13398 -0.75301 0.12839 -0.75347 0.11432 -0.75764 L -0.01693 -0.75324 C -0.02357 -0.75301 -0.03021 -0.75092 -0.03685 -0.75092 L -0.23437 -0.75764 C -0.23932 -0.75926 -0.24453 -0.75926 -0.24935 -0.76203 C -0.25182 -0.76365 -0.2543 -0.76574 -0.2569 -0.76666 C -0.26393 -0.76875 -0.27109 -0.76921 -0.27812 -0.77106 C -0.28021 -0.77152 -0.28229 -0.77291 -0.28437 -0.77314 C -0.31107 -0.77731 -0.32721 -0.77801 -0.35312 -0.77986 C -0.36016 -0.77916 -0.36732 -0.77893 -0.37435 -0.77777 C -0.37565 -0.77754 -0.37682 -0.77615 -0.37812 -0.77546 C -0.38385 -0.77291 -0.38828 -0.77245 -0.3944 -0.77106 L -0.4319 -0.75324 C -0.43398 -0.75208 -0.43607 -0.75069 -0.43815 -0.74884 C -0.44193 -0.74537 -0.44544 -0.73842 -0.44818 -0.73333 C -0.45664 -0.71643 -0.4651 -0.69953 -0.47318 -0.68217 C -0.47474 -0.67893 -0.47539 -0.6743 -0.47682 -0.67106 C -0.47917 -0.6662 -0.48216 -0.6625 -0.48437 -0.65764 C -0.48594 -0.65439 -0.48672 -0.65 -0.48815 -0.64652 C -0.4901 -0.64213 -0.49232 -0.63796 -0.4944 -0.63333 C -0.49518 -0.62916 -0.4957 -0.6243 -0.49687 -0.6199 C -0.49948 -0.61064 -0.50273 -0.60208 -0.5056 -0.59328 C -0.51094 -0.57708 -0.51419 -0.56875 -0.5181 -0.55324 C -0.52852 -0.51319 -0.53529 -0.46203 -0.54062 -0.42477 L -0.5431 -0.40694 C -0.54349 -0.3993 -0.54375 -0.39189 -0.5444 -0.38449 C -0.54505 -0.37639 -0.54635 -0.36852 -0.54687 -0.36041 C -0.54844 -0.33796 -0.54935 -0.31551 -0.55065 -0.29328 C -0.54896 -0.25439 -0.54935 -0.21435 -0.54557 -0.17569 C -0.54466 -0.16597 -0.53971 -0.15949 -0.53685 -0.15139 C -0.53516 -0.14606 -0.53359 -0.14074 -0.5319 -0.13564 C -0.53151 -0.12963 -0.53307 -0.12199 -0.5306 -0.11782 C -0.5207 -0.10023 -0.50885 -0.08611 -0.49687 -0.07338 C -0.49401 -0.07037 -0.49023 -0.07176 -0.48685 -0.07106 C -0.46953 -0.06759 -0.45963 -0.06713 -0.43932 -0.06435 C -0.41354 -0.06967 -0.3875 -0.07152 -0.36185 -0.08009 C -0.35586 -0.08194 -0.35117 -0.09074 -0.34557 -0.0956 C -0.32943 -0.10995 -0.32734 -0.10671 -0.31068 -0.13102 C -0.30534 -0.13865 -0.30143 -0.14884 -0.29687 -0.15787 C -0.29544 -0.16435 -0.2901 -0.18518 -0.28932 -0.19166 C -0.28854 -0.19838 -0.28854 -0.20602 -0.28815 -0.21342 C -0.29271 -0.26551 -0.2957 -0.31759 -0.30182 -0.36875 C -0.3026 -0.37477 -0.31875 -0.42685 -0.32057 -0.43102 C -0.33112 -0.45439 -0.34245 -0.47662 -0.35443 -0.49768 C -0.35729 -0.50301 -0.35977 -0.50902 -0.36315 -0.51319 C -0.36862 -0.52014 -0.37409 -0.52824 -0.3806 -0.53102 C -0.42852 -0.55231 -0.41029 -0.54722 -0.43437 -0.55324 L -0.44687 -0.55115 C -0.4737 -0.52199 -0.47487 -0.45694 -0.48307 -0.41111 C -0.48984 -0.29722 -0.49154 -0.32338 -0.4444 -0.13379 C -0.4418 -0.12291 -0.4319 -0.12893 -0.42565 -0.12662 C -0.3444 -0.13865 -0.26263 -0.14282 -0.1819 -0.16273 C -0.15104 -0.16967 -0.1224 -0.19514 -0.09193 -0.20671 C -0.06445 -0.21736 -0.03672 -0.22592 -0.00937 -0.23773 C 0.19063 -0.325 -0.01862 -0.24143 0.07305 -0.27777 C 0.07773 -0.28495 0.08203 -0.29189 0.08685 -0.29768 C 0.08867 -0.3 0.09258 -0.29838 0.0931 -0.30254 C 0.09362 -0.30578 0.08984 -0.30578 0.08815 -0.30671 C 0.08151 -0.31064 0.075 -0.31574 0.0681 -0.31782 C 0.05612 -0.32106 0.04388 -0.32083 0.0319 -0.32222 C 0.02513 -0.32083 0.01823 -0.32176 0.01185 -0.31782 C -0.01185 -0.30416 -0.02383 -0.27361 -0.04193 -0.24213 C -0.06146 -0.16435 -0.08646 -0.09027 -0.10065 -0.00879 C -0.10378 0.0088 -0.10208 0.04121 -0.09193 0.04445 C -0.05404 0.05672 -0.01523 0.03542 0.02305 0.03102 C 0.05612 0.01436 0.09727 -0.0037 0.12813 -0.03102 C 0.14818 -0.04907 0.18555 -0.09328 0.18555 -0.09305 C 0.19766 -0.12407 0.19479 -0.11134 0.19805 -0.12893 C 0.1944 -0.13217 0.19076 -0.13564 0.18685 -0.13773 C 0.16693 -0.14838 0.15352 -0.12106 0.13438 -0.10439 C 0.128 -0.07639 0.12448 -0.07801 0.1418 -0.04884 C 0.14401 -0.04537 0.14766 -0.04745 0.15065 -0.04676 C 0.16367 -0.03889 0.153 -0.04421 0.17057 -0.04004 C 0.17656 -0.03865 0.17852 -0.0368 0.18438 -0.03333 C 0.17852 -0.03264 0.17266 -0.03264 0.1668 -0.03102 C 0.15807 -0.02893 0.14948 -0.02384 0.14063 -0.02222 C 0.11654 -0.01782 0.09232 -0.0162 0.0681 -0.01342 L -0.05443 0.02662 L -0.2069 0.07986 L -0.37057 0.07107 C -0.41784 0.06783 -0.38359 0.06736 -0.42057 0.06227 C -0.42982 0.06088 -0.43893 0.06065 -0.44818 0.05996 C -0.45599 0.05857 -0.46393 0.05625 -0.47187 0.05556 C -0.54167 0.04861 -0.52682 0.08449 -0.54193 0.04445 C -0.54271 0.02732 -0.5431 0.01019 -0.5444 -0.00671 C -0.54479 -0.01273 -0.547 -0.01828 -0.54687 -0.02453 C -0.54609 -0.06967 -0.54375 -0.11481 -0.54193 -0.15995 C -0.54128 -0.1743 -0.54128 -0.18356 -0.53685 -0.1956 C -0.53268 -0.20717 -0.53073 -0.22615 -0.52318 -0.22893 C -0.48216 -0.24398 -0.43984 -0.24074 -0.39818 -0.24676 C -0.35469 -0.21412 -0.38138 -0.23541 -0.31693 -0.17569 C -0.29935 -0.15949 -0.28242 -0.1412 -0.26432 -0.12662 L -0.20937 -0.08217 L -0.1819 -0.05995 C -0.16315 -0.04467 -0.14609 -0.01898 -0.12565 -0.01342 C -0.10365 -0.0074 -0.11484 -0.00949 -0.09193 -0.00671 C -0.05365 0.00556 -0.06159 0.0051 0.0069 -0.01111 C 0.02266 -0.01481 0.03802 -0.0243 0.05313 -0.03333 C 0.06693 -0.04143 0.09284 -0.0743 0.10065 -0.08657 C 0.11406 -0.1081 0.12669 -0.13078 0.13815 -0.15555 L 0.1556 -0.19328 C 0.16862 -0.26273 0.17005 -0.25439 0.1681 -0.34444 C 0.16797 -0.35231 0.1651 -0.35949 0.16315 -0.36689 C 0.15469 -0.39652 0.15169 -0.40416 0.13685 -0.42662 C 0.11523 -0.45926 0.09466 -0.49514 0.07057 -0.52222 C 0.0444 -0.55185 0.0168 -0.56458 -0.01185 -0.57986 L -0.09818 -0.57546 C -0.12552 -0.57384 -0.125 -0.57592 -0.15182 -0.55995 L -0.3569 -0.43541 C -0.39154 -0.41574 -0.42682 -0.39953 -0.46185 -0.38217 C -0.48099 -0.37268 -0.49987 -0.36111 -0.5194 -0.35555 L -0.61432 -0.32893 C -0.64609 -0.3206 -0.65911 -0.31967 -0.68919 -0.31551 C -0.71862 -0.31736 -0.72266 -0.30324 -0.73802 -0.33564 C -0.73945 -0.33865 -0.73971 -0.34282 -0.74049 -0.34652 C -0.74206 -0.36597 -0.74414 -0.38472 -0.74049 -0.40439 C -0.73659 -0.42639 -0.72943 -0.4449 -0.72305 -0.46435 C -0.71094 -0.50139 -0.68997 -0.54097 -0.67422 -0.56875 C -0.65508 -0.60301 -0.63867 -0.64213 -0.61693 -0.67106 C -0.58737 -0.71041 -0.55482 -0.74213 -0.52187 -0.77106 C -0.51471 -0.77731 -0.50599 -0.77384 -0.49818 -0.77546 C -0.49141 -0.77685 -0.48477 -0.77847 -0.47812 -0.77986 C -0.4556 -0.76574 -0.4319 -0.75694 -0.41068 -0.73773 C -0.40482 -0.7324 -0.40352 -0.71805 -0.39935 -0.70879 C -0.39518 -0.6993 -0.38919 -0.69259 -0.38568 -0.68217 C -0.36458 -0.62106 -0.35039 -0.55208 -0.32565 -0.4956 C -0.31979 -0.48217 -0.31367 -0.46921 -0.30807 -0.45555 C -0.30286 -0.44259 -0.29922 -0.42731 -0.2931 -0.41551 C -0.24805 -0.32847 -0.22409 -0.25926 -0.17318 -0.21111 C -0.16628 -0.20463 -0.15911 -0.19884 -0.15182 -0.19328 C -0.14075 -0.18518 -0.13008 -0.17291 -0.1181 -0.16921 C -0.09922 -0.16273 -0.07982 -0.16435 -0.06068 -0.16273 C -0.03997 -0.16597 -0.05312 -0.16111 -0.0332 -0.17569 C -0.02773 -0.17963 -0.02187 -0.18125 -0.01693 -0.1868 C -0.00208 -0.20301 0.01211 -0.2206 0.02565 -0.24004 C 0.0401 -0.26064 0.05755 -0.29953 0.0694 -0.32453 C 0.07227 -0.34282 0.07839 -0.36689 0.07305 -0.38657 C 0.06016 -0.43541 0.03008 -0.46481 0.0056 -0.48889 C -0.02331 -0.51713 -0.07734 -0.53727 -0.10443 -0.54652 C -0.11419 -0.55 -0.12435 -0.54953 -0.13437 -0.55115 C -0.17682 -0.54213 -0.22005 -0.54097 -0.26185 -0.5243 C -0.28086 -0.51689 -0.29713 -0.49583 -0.31432 -0.47986 C -0.34154 -0.45509 -0.34727 -0.44907 -0.36693 -0.40879 C -0.38828 -0.36527 -0.40911 -0.32083 -0.42943 -0.27546 C -0.44271 -0.24629 -0.46602 -0.16852 -0.47187 -0.14676 C -0.47617 -0.13102 -0.47799 -0.11365 -0.4819 -0.09768 C -0.48672 -0.07801 -0.49271 -0.05926 -0.49818 -0.04004 C -0.49987 -0.01574 -0.49753 -0.02893 -0.50312 -0.01111 C -0.50664 -3.33333E-6 -0.50352 -0.00347 -0.50937 -3.33333E-6 C -0.53555 -0.10069 -0.49544 0.05047 -0.52812 -0.05995 C -0.53698 -0.08981 -0.54622 -0.11967 -0.55312 -0.15139 C -0.56302 -0.19652 -0.56979 -0.24305 -0.57812 -0.28889 C -0.57891 -0.30416 -0.5819 -0.36296 -0.5819 -0.38217 C -0.5819 -0.42639 -0.58164 -0.46967 -0.5806 -0.51319 C -0.58047 -0.52152 -0.57956 -0.52986 -0.57812 -0.53773 C -0.57656 -0.54629 -0.57474 -0.55486 -0.57187 -0.56227 C -0.56341 -0.58449 -0.55638 -0.61018 -0.5444 -0.62685 C -0.53516 -0.63912 -0.52578 -0.65115 -0.51693 -0.66458 C -0.51328 -0.66967 -0.51146 -0.68009 -0.5069 -0.68217 C -0.49023 -0.69027 -0.47266 -0.68958 -0.4556 -0.69352 C -0.45352 -0.69259 -0.4513 -0.69282 -0.44935 -0.69097 C -0.43763 -0.67986 -0.43906 -0.67662 -0.43307 -0.65578 C -0.43229 -0.62523 -0.4263 -0.59375 -0.4306 -0.56435 C -0.43503 -0.53472 -0.46289 -0.41134 -0.48568 -0.36227 C -0.49167 -0.3493 -0.49727 -0.33472 -0.5056 -0.32662 C -0.53568 -0.29838 -0.5681 -0.27916 -0.59935 -0.25602 C -0.60482 -0.25625 -0.61081 -0.25277 -0.61549 -0.25787 C -0.61862 -0.26088 -0.6181 -0.26944 -0.6181 -0.27546 C -0.6168 -0.35879 -0.6207 -0.40301 -0.60312 -0.46875 C -0.59557 -0.49676 -0.55755 -0.60115 -0.55312 -0.61111 C -0.53529 -0.65162 -0.51615 -0.69027 -0.49557 -0.72662 C -0.48893 -0.73842 -0.48346 -0.75301 -0.47565 -0.76203 C -0.46081 -0.77986 -0.44388 -0.79143 -0.42812 -0.80648 C -0.41146 -0.82268 -0.42526 -0.81481 -0.4069 -0.82222 C -0.40729 -0.8118 -0.4069 -0.80115 -0.40807 -0.79097 C -0.41406 -0.74328 -0.42917 -0.6706 -0.43932 -0.62916 C -0.44284 -0.61481 -0.44805 -0.60254 -0.45182 -0.58889 C -0.4543 -0.58032 -0.45599 -0.57106 -0.45807 -0.56227 C -0.45937 -0.55115 -0.4599 -0.51805 -0.46185 -0.52893 C -0.46588 -0.55 -0.46315 -0.57338 -0.46432 -0.5956 C -0.46654 -0.63402 -0.47187 -0.71111 -0.47187 -0.71088 C -0.47109 -0.73773 -0.47148 -0.76458 -0.4694 -0.79097 C -0.46849 -0.80254 -0.46719 -0.81504 -0.46315 -0.8243 C -0.46003 -0.83171 -0.45391 -0.83287 -0.44935 -0.83773 C -0.44766 -0.83958 -0.44635 -0.84305 -0.4444 -0.84444 C -0.44206 -0.84606 -0.43932 -0.8456 -0.43685 -0.84652 C -0.43021 -0.8493 -0.42357 -0.85254 -0.41693 -0.85555 C -0.41484 -0.85764 -0.41276 -0.86018 -0.41068 -0.86203 C -0.4095 -0.86319 -0.40781 -0.86273 -0.4069 -0.86435 C -0.40443 -0.86875 -0.40247 -0.87893 -0.40065 -0.88426 C -0.40052 -0.88449 -0.38828 -0.91759 -0.38685 -0.91967 C -0.38359 -0.92477 -0.38008 -0.92963 -0.37682 -0.93518 C -0.37096 -0.94583 -0.37031 -0.95532 -0.36185 -0.96412 C -0.3569 -0.96921 -0.35182 -0.9743 -0.34687 -0.97963 C -0.34427 -0.9824 -0.34206 -0.98634 -0.33932 -0.98865 C -0.33763 -0.99004 -0.32865 -0.99375 -0.32565 -0.99514 C -0.32357 -0.99745 -0.32161 -1.00046 -0.3194 -1.00185 C -0.31497 -1.00486 -0.31029 -1.00648 -0.3056 -1.00856 C -0.29518 -1.01319 -0.29544 -1.01273 -0.28568 -1.01527 C -0.28359 -1.01666 -0.28151 -1.01852 -0.27943 -1.01967 C -0.27734 -1.02083 -0.27526 -1.02106 -0.27318 -1.02199 C -0.27148 -1.02245 -0.26979 -1.02338 -0.2681 -1.02407 C -0.26602 -1.025 -0.26393 -1.02546 -0.26185 -1.02639 C -0.26055 -1.02685 -0.25937 -1.02801 -0.25807 -1.02847 C -0.24896 -1.0324 -0.23997 -1.03819 -0.2306 -1.03958 L -0.21693 -1.04189 C -0.20638 -1.0456 -0.20312 -1.04676 -0.18932 -1.05069 C -0.18607 -1.05162 -0.18268 -1.05254 -0.17943 -1.05301 C -0.16901 -1.05416 -0.15859 -1.05439 -0.14818 -1.05532 L -0.10937 -1.05301 C -0.1069 -1.05277 -0.09362 -1.0493 -0.09062 -1.04861 C -0.08854 -1.04699 -0.08646 -1.04583 -0.08437 -1.04421 C -0.0819 -1.04213 -0.07956 -1.03912 -0.07695 -1.0375 C -0.07487 -1.03611 -0.07279 -1.03588 -0.0707 -1.03518 C -0.0681 -1.03217 -0.06575 -1.02916 -0.06315 -1.02639 C -0.0595 -1.02245 -0.05534 -1.01967 -0.05195 -1.01527 C -0.0474 -1.00926 -0.04362 -1.00162 -0.03945 -0.99514 C -0.03828 -0.99352 -0.03672 -0.99259 -0.03568 -0.99074 C -0.03242 -0.98495 -0.03138 -0.98009 -0.02943 -0.97291 C -0.0306 -0.91967 -0.03125 -0.86643 -0.0332 -0.81319 C -0.03333 -0.80648 -0.03529 -0.8 -0.03568 -0.79328 C -0.03646 -0.77847 -0.03607 -0.76365 -0.03685 -0.74884 C -0.03776 -0.73379 -0.03958 -0.71921 -0.04062 -0.70439 C -0.04206 -0.68379 -0.0431 -0.66296 -0.0444 -0.64213 C -0.04401 -0.62801 -0.04375 -0.61389 -0.0431 -0.60023 C -0.04297 -0.59467 -0.04271 -0.58935 -0.04193 -0.58449 C -0.04102 -0.57963 -0.04036 -0.57407 -0.03815 -0.57106 C -0.0362 -0.56828 -0.0332 -0.56967 -0.0306 -0.56875 C -0.02148 -0.57037 -0.01211 -0.5699 -0.00312 -0.57338 C 0.03737 -0.58842 0.05091 -0.60277 0.08932 -0.63564 C 0.09245 -0.63796 0.09557 -0.64051 0.09805 -0.64444 C 0.1026 -0.65092 0.10612 -0.65972 0.11055 -0.66689 C 0.1125 -0.66944 0.11484 -0.67106 0.1168 -0.67338 C 0.12031 -0.67754 0.12344 -0.68217 0.12682 -0.68657 C 0.12813 -0.68819 0.12943 -0.68935 0.1306 -0.69097 C 0.13359 -0.69537 0.13646 -0.7 0.13932 -0.70439 C 0.14336 -0.69953 0.16172 -0.68102 0.1681 -0.66689 C 0.18412 -0.63078 0.20599 -0.60046 0.21563 -0.55764 C 0.23099 -0.48935 0.20378 -0.60902 0.23307 -0.48657 C 0.2362 -0.47338 0.23893 -0.45995 0.2418 -0.44652 C 0.24271 -0.40439 0.24401 -0.36227 0.2444 -0.32014 C 0.2444 -0.31551 0.24349 -0.31111 0.2431 -0.30671 C 0.2401 -0.27037 0.23997 -0.25 0.2319 -0.21574 C 0.22956 -0.20555 0.21745 -0.17639 0.21315 -0.16921 C 0.19974 -0.14514 0.18724 -0.11944 0.17188 -0.1 C 0.15781 -0.08217 0.14193 -0.06805 0.12565 -0.05787 C 0.08229 -0.03078 0.05547 -0.03449 0.01055 -0.03102 C -0.10078 -0.04768 -0.06276 -0.03194 -0.17435 -0.0912 C -0.17799 -0.09305 -0.18151 -0.09583 -0.18437 -0.1 C -0.20286 -0.12777 -0.21719 -0.16504 -0.23815 -0.1868 C -0.24818 -0.19699 -0.25885 -0.20532 -0.2681 -0.21782 C -0.27318 -0.22453 -0.2776 -0.23287 -0.28307 -0.23773 C -0.2862 -0.24051 -0.28984 -0.23889 -0.2931 -0.24004 C -0.36836 -0.26435 -0.28815 -0.25046 -0.43685 -0.25324 C -0.44935 -0.25185 -0.46211 -0.25277 -0.47435 -0.24884 C -0.47643 -0.24814 -0.47695 -0.24305 -0.47812 -0.24004 C -0.48164 -0.23125 -0.47891 -0.23426 -0.48437 -0.23102 C -0.48893 -0.23402 -0.49453 -0.23426 -0.49818 -0.24004 C -0.51159 -0.26134 -0.50911 -0.28657 -0.51068 -0.31551 C -0.51016 -0.33333 -0.51068 -0.35115 -0.50937 -0.36875 C -0.50859 -0.37893 -0.5069 -0.38865 -0.50443 -0.39768 C -0.49232 -0.44074 -0.4806 -0.48426 -0.46562 -0.5243 C -0.44909 -0.56875 -0.43437 -0.5949 -0.41068 -0.6199 C -0.38255 -0.64953 -0.35443 -0.67916 -0.32565 -0.70648 C -0.32174 -0.71041 -0.31745 -0.71203 -0.31315 -0.71319 C -0.30365 -0.71643 -0.29401 -0.71759 -0.28437 -0.7199 C -0.26602 -0.71852 -0.24713 -0.72407 -0.22943 -0.71551 C -0.20846 -0.70578 -0.18997 -0.68402 -0.17057 -0.66689 C -0.12721 -0.62754 -0.08372 -0.54745 -0.05312 -0.49768 C -0.04492 -0.48426 -0.0388 -0.46689 -0.0306 -0.45324 C -0.01914 -0.43426 0.08724 -0.23912 0.14688 -0.17338 C 0.16237 -0.15625 0.17721 -0.13564 0.1944 -0.12453 C 0.21432 -0.11157 0.23607 -0.10972 0.2569 -0.10231 C 0.27643 -0.1037 0.2849 -0.09444 0.29688 -0.1199 C 0.29818 -0.12291 0.29766 -0.12731 0.29805 -0.13102 C 0.2931 -0.15694 0.28971 -0.18426 0.28307 -0.20879 C 0.28047 -0.21898 0.27552 -0.22708 0.27057 -0.23333 C 0.25625 -0.25324 0.24089 -0.27106 0.22565 -0.28889 C 0.1888 -0.33194 0.19648 -0.31736 0.13932 -0.34213 C 0.12513 -0.33958 0.11068 -0.33958 0.09688 -0.33333 C 0.07344 -0.32245 0.05078 -0.30671 0.02813 -0.2912 C 0.00925 -0.27847 -0.03021 -0.23356 -0.04193 -0.2199 C -0.0651 -0.19328 -0.0888 -0.16643 -0.11068 -0.13564 C -0.14492 -0.08727 -0.14505 -0.08402 -0.1806 -0.04444 C -0.19049 -0.03356 -0.20052 -0.02314 -0.21068 -0.01342 C -0.21341 -0.01064 -0.21628 -0.0074 -0.2194 -0.00671 C -0.23633 -0.00231 -0.25352 -0.00069 -0.27057 0.00232 C -0.30586 -0.00277 -0.33958 -0.00602 -0.37435 -0.02453 C -0.4345 -0.05648 -0.4931 -0.09652 -0.55182 -0.13564 C -0.55703 -0.13889 -0.56159 -0.14514 -0.56562 -0.15139 C -0.57005 -0.1581 -0.57318 -0.16759 -0.57682 -0.17569 C -0.57812 -0.20671 -0.58099 -0.23773 -0.5806 -0.26898 C -0.58047 -0.28009 -0.57982 -0.29213 -0.57565 -0.3 C -0.56575 -0.31852 -0.55338 -0.3331 -0.54062 -0.34444 C -0.52747 -0.35625 -0.50495 -0.36227 -0.48932 -0.36875 C -0.42656 -0.39514 -0.50521 -0.36412 -0.43568 -0.39097 C -0.38815 -0.37314 -0.38945 -0.38148 -0.3444 -0.32453 C -0.3207 -0.29444 -0.30365 -0.24676 -0.27682 -0.22708 C -0.0987 -0.09213 -0.1707 -0.12106 -0.0694 -0.08889 C -0.01354 -0.09189 0.04245 -0.08889 0.09805 -0.09768 C 0.1082 -0.0993 0.1168 -0.11134 0.12565 -0.1199 C 0.14375 -0.13796 0.15664 -0.15625 0.17057 -0.18217 C 0.17227 -0.18541 0.17305 -0.19004 0.17435 -0.19328 C 0.16393 -0.2125 0.15482 -0.23449 0.1431 -0.25115 C 0.1362 -0.26088 0.12747 -0.26551 0.1194 -0.27106 C 0.02148 -0.33842 0.02643 -0.325 -0.1056 -0.37801 C -0.1099 -0.37731 -0.16745 -0.38009 -0.1806 -0.36041 C -0.21042 -0.31458 -0.23633 -0.2618 -0.26315 -0.21111 C -0.2944 -0.15208 -0.25586 -0.18889 -0.31185 -0.10671 C -0.34388 -0.05972 -0.37747 -0.01574 -0.41315 0.02223 C -0.42266 0.03241 -0.43477 0.03102 -0.44557 0.03542 C -0.45898 0.03033 -0.47253 0.02686 -0.48568 0.01991 C -0.48815 0.01852 -0.48997 0.01436 -0.49193 0.01111 C -0.51146 -0.02199 -0.52891 -0.05416 -0.54062 -0.1 C -0.55768 -0.16689 -0.58307 -0.30671 -0.58307 -0.30648 C -0.58568 -0.35764 -0.58711 -0.35231 -0.58307 -0.40208 C -0.58268 -0.40764 -0.58216 -0.41296 -0.5806 -0.41828 C -0.57083 -0.44814 -0.56628 -0.45532 -0.54818 -0.47106 C -0.50924 -0.50486 -0.51341 -0.49977 -0.47682 -0.51319 C -0.45482 -0.5125 -0.43021 -0.52893 -0.41068 -0.51111 C -0.38828 -0.49074 -0.31953 -0.36574 -0.27943 -0.32014 C -0.25482 -0.29189 -0.23047 -0.26319 -0.20443 -0.24004 C -0.10378 -0.15046 -0.05026 -0.0949 0.05065 -0.06666 C 0.06953 -0.06134 0.08893 -0.06365 0.10807 -0.06227 C 0.14102 -0.07453 0.14401 -0.05787 0.1543 -0.0912 C 0.15495 -0.09305 0.15521 -0.0956 0.1556 -0.09768 C 0.15677 -0.12106 0.1582 -0.13379 0.1556 -0.15787 C 0.1543 -0.1699 0.15313 -0.18287 0.14935 -0.19328 C 0.14414 -0.20787 0.13581 -0.21805 0.1293 -0.23102 C 0.12409 -0.24189 0.12018 -0.25463 0.11432 -0.26435 C 0.103 -0.28333 0.01146 -0.43449 -0.0194 -0.44652 L -0.0819 -0.47106 C -0.15781 -0.46389 -0.17305 -0.47014 -0.24062 -0.44004 C -0.2526 -0.43472 -0.26367 -0.42384 -0.27565 -0.41828 C -0.31628 -0.39745 -0.35664 -0.37361 -0.39818 -0.36041 C -0.41992 -0.35277 -0.44232 -0.35717 -0.46432 -0.35555 C -0.46771 -0.35717 -0.47161 -0.35648 -0.47435 -0.36041 C -0.47617 -0.36227 -0.47643 -0.36713 -0.47682 -0.37106 C -0.47812 -0.38055 -0.47852 -0.39027 -0.47943 -0.4 C -0.48073 -0.45393 -0.49062 -0.50926 -0.4694 -0.55555 C -0.44896 -0.60023 -0.41315 -0.62199 -0.38437 -0.63796 C -0.30312 -0.6824 -0.3151 -0.67291 -0.23685 -0.67546 C -0.21276 -0.6493 -0.10156 -0.525 -0.0707 -0.50671 C 0.01328 -0.45694 -0.01953 -0.46365 0.02435 -0.45764 C 0.02513 -0.46064 0.02695 -0.46342 0.02682 -0.46666 C 0.02604 -0.48842 0.01185 -0.52291 0.00807 -0.53541 C 0.00573 -0.54352 0.00456 -0.55231 0.00182 -0.55995 C -0.00221 -0.57176 -0.00469 -0.58842 -0.01185 -0.59328 C -0.03854 -0.61157 -0.0957 -0.62685 -0.0957 -0.62639 C -0.13477 -0.61921 -0.17474 -0.6199 -0.21315 -0.60439 C -0.22357 -0.60023 -0.23047 -0.58194 -0.23815 -0.56875 C -0.25299 -0.54328 -0.26771 -0.51759 -0.2806 -0.48889 C -0.41276 -0.19537 -0.19687 -0.64305 -0.36068 -0.23564 C -0.38568 -0.17338 -0.40638 -0.10509 -0.43568 -0.04884 C -0.48398 0.04398 -0.57005 0.01227 -0.62799 0.01783 C -0.63841 0.0007 -0.65013 -0.01435 -0.65924 -0.03333 C -0.66133 -0.03727 -0.66068 -0.04375 -0.66068 -0.04884 C -0.66068 -0.06898 -0.66276 -0.08981 -0.65924 -0.10879 C -0.64154 -0.2037 -0.6069 -0.27546 -0.56432 -0.34004 C -0.35885 -0.65185 -0.475 -0.48402 -0.36432 -0.58889 C -0.34062 -0.61157 -0.31901 -0.64074 -0.2944 -0.65995 C -0.26953 -0.67939 -0.24271 -0.68958 -0.21693 -0.70439 C -0.21354 -0.56064 -0.21328 -0.52569 -0.20443 -0.34907 C -0.20352 -0.3324 -0.20508 -0.31319 -0.19935 -0.3 C -0.17682 -0.24791 -0.14974 -0.20139 -0.12187 -0.15787 C -0.11432 -0.14583 -0.1043 -0.13912 -0.0944 -0.13564 C -0.07135 -0.12731 -0.04779 -0.12662 -0.02435 -0.12245 C 0.01393 -0.12523 0.05273 -0.12014 0.09063 -0.13102 C 0.11432 -0.13796 0.13607 -0.15879 0.15807 -0.17569 C 0.19609 -0.20463 0.2293 -0.26389 0.27057 -0.26898 L 0.28815 -0.27106 C 0.29388 -0.23657 0.2905 -0.26157 0.2931 -0.23102 C 0.29349 -0.22731 0.29648 -0.2206 0.2944 -0.2199 C 0.28477 -0.21759 0.27526 -0.22384 0.26563 -0.22453 L 0.11563 -0.23333 C 0.08581 -0.21736 0.06224 -0.2125 0.03815 -0.18217 C 0.02305 -0.16342 0.00912 -0.14189 -0.0056 -0.12245 C -0.00807 -0.11944 -0.01042 -0.1162 -0.01315 -0.11342 C -0.01836 -0.10902 -0.02396 -0.10602 -0.02943 -0.10231 C -0.03151 -0.10301 -0.03359 -0.1037 -0.03568 -0.10439 C -0.03737 -0.10509 -0.03945 -0.10439 -0.04062 -0.10671 C -0.09766 -0.21018 -0.08477 -0.20532 -0.1444 -0.2912 C -0.16198 -0.31643 -0.17917 -0.34421 -0.19935 -0.36227 C -0.24713 -0.40555 -0.26888 -0.39838 -0.3194 -0.40208 C -0.38789 -0.37083 -0.36771 -0.39745 -0.42057 -0.24467 C -0.42539 -0.23078 -0.42487 -0.21342 -0.42682 -0.19814 C -0.42734 -0.19398 -0.42812 -0.18287 -0.42812 -0.1868 C -0.42812 -0.19166 -0.42721 -0.1956 -0.42682 -0.2 C -0.42552 -0.2206 -0.42435 -0.24143 -0.42318 -0.26227 C -0.42474 -0.36064 -0.4263 -0.45926 -0.42812 -0.55764 C -0.42891 -0.59861 -0.42799 -0.5875 -0.4306 -0.61111 C -0.45013 -0.59722 -0.45052 -0.60069 -0.44193 -0.5199 C -0.43841 -0.48727 -0.42279 -0.43217 -0.40065 -0.4199 C -0.38737 -0.4125 -0.37318 -0.4125 -0.35937 -0.40879 C -0.29766 -0.41504 -0.23568 -0.4125 -0.17435 -0.42662 C -0.14792 -0.43287 -0.08294 -0.46944 -0.05443 -0.50671 C -0.02526 -0.54444 0.00143 -0.58819 0.0293 -0.62916 C 0.0306 -0.63402 0.03203 -0.63912 0.03307 -0.64444 C 0.03581 -0.65671 0.03659 -0.6662 0.03438 -0.64652 C 0.04102 -0.50949 0.04531 -0.37222 0.0543 -0.23564 C 0.05534 -0.21967 0.05951 -0.20463 0.06432 -0.19166 C 0.07135 -0.17245 0.07969 -0.15463 0.08932 -0.14027 C 0.09701 -0.12893 0.10586 -0.11805 0.11563 -0.11342 C 0.12604 -0.1081 0.13724 -0.1118 0.14805 -0.11134 C 0.16263 -0.1162 0.17787 -0.11782 0.1918 -0.12662 C 0.22852 -0.15092 0.26432 -0.17986 0.29935 -0.21111 C 0.30703 -0.21782 0.31276 -0.23032 0.3194 -0.24004 C 0.32109 -0.24305 0.32227 -0.24699 0.32435 -0.24884 C 0.32565 -0.25 0.3224 -0.24467 0.32188 -0.24213 C 0.31615 -0.21504 0.31003 -0.18842 0.3056 -0.15995 C 0.29961 -0.12268 0.29557 -0.08449 0.29063 -0.04676 C 0.28307 -0.07777 0.2776 -0.11064 0.2681 -0.14027 C 0.18008 -0.41389 0.19974 -0.30162 0.1556 -0.48657 C 0.14258 -0.54097 0.1375 -0.60301 0.1181 -0.65115 C 0.11016 -0.67106 0.11537 -0.66481 0.10313 -0.67106 C 0.09896 -0.66736 0.09427 -0.66527 0.09063 -0.65995 C 0.06406 -0.62268 -0.00169 -0.48287 -0.00443 -0.47777 C -0.02474 -0.43842 -0.0375 -0.37338 -0.06693 -0.36227 L -0.14935 -0.33148 C -0.19206 -0.33796 -0.19323 -0.3331 -0.2444 -0.37546 C -0.28463 -0.40879 -0.31901 -0.46643 -0.36185 -0.48657 L -0.42318 -0.51551 C -0.43529 -0.51389 -0.44062 -0.5162 -0.45065 -0.50671 C -0.45299 -0.50439 -0.45482 -0.50069 -0.4569 -0.49768 C -0.44088 -0.55486 -0.46914 -0.45578 -0.41315 -0.61551 C -0.40977 -0.62523 -0.4082 -0.63634 -0.4056 -0.64652 C -0.40482 -0.64953 -0.40391 -0.65254 -0.40312 -0.65578 C -0.4026 -0.65764 -0.40156 -0.66458 -0.40182 -0.66227 C -0.40508 -0.63634 -0.40872 -0.61064 -0.41185 -0.58449 C -0.41588 -0.55185 -0.41758 -0.51852 -0.42318 -0.48657 C -0.4293 -0.45069 -0.4388 -0.41689 -0.44687 -0.38217 C -0.45039 -0.36713 -0.45807 -0.33796 -0.45807 -0.33796 C -0.45977 -0.33842 -0.46289 -0.33703 -0.46315 -0.34004 C -0.4668 -0.38032 -0.46602 -0.42176 -0.4694 -0.46227 C -0.47109 -0.48217 -0.47279 -0.50208 -0.47435 -0.52222 C -0.47526 -0.53333 -0.47604 -0.54444 -0.47682 -0.55555 C -0.48021 -0.54953 -0.48463 -0.54514 -0.48685 -0.53773 C -0.50638 -0.47453 -0.50872 -0.4368 -0.5194 -0.36435 C -0.51849 -0.32083 -0.51875 -0.27685 -0.51693 -0.23333 C -0.51667 -0.22893 -0.51471 -0.22546 -0.51315 -0.22222 C -0.51211 -0.2206 -0.51068 -0.21921 -0.50937 -0.21782 C -0.49075 -0.23426 -0.49466 -0.2287 -0.47435 -0.27361 C -0.41276 -0.41018 -0.42552 -0.36944 -0.40065 -0.46666 C -0.41185 -0.47546 -0.42213 -0.49097 -0.43437 -0.49328 C -0.4737 -0.50069 -0.51797 -0.46342 -0.55312 -0.4956 C -0.56888 -0.50995 -0.53841 -0.55277 -0.5319 -0.58217 C -0.51484 -0.65972 -0.50794 -0.70486 -0.4944 -0.78426 C -0.49102 -0.82662 -0.48711 -0.86875 -0.48437 -0.91088 C -0.48372 -0.92129 -0.48698 -0.89004 -0.48815 -0.87986 C -0.49023 -0.86064 -0.49232 -0.84143 -0.4944 -0.82222 C -0.4931 -0.80509 -0.49622 -0.78495 -0.49062 -0.77106 C -0.48789 -0.76412 -0.48424 -0.78379 -0.4819 -0.79097 C -0.4668 -0.83703 -0.45208 -0.88379 -0.43815 -0.93078 C -0.42878 -0.96273 -0.40677 -1.06342 -0.41185 -1.02847 C -0.4138 -1.01527 -0.42956 -0.9037 -0.43568 -0.87777 C -0.45208 -0.8074 -0.48815 -0.66875 -0.48815 -0.66852 C -0.49232 -0.62152 -0.49779 -0.5743 -0.50065 -0.52662 C -0.50078 -0.52407 -0.49805 -0.5206 -0.49687 -0.52222 C -0.47057 -0.55787 -0.44401 -0.59375 -0.42057 -0.63564 C -0.39766 -0.67662 -0.37865 -0.73449 -0.36432 -0.78657 C -0.36302 -0.79143 -0.36276 -0.79699 -0.36185 -0.80208 C -0.35091 -0.7493 -0.35495 -0.7162 -0.32682 -0.69768 C -0.32174 -0.69444 -0.31602 -0.69629 -0.31068 -0.69583 C -0.30768 -0.69907 -0.30456 -0.70231 -0.30182 -0.70648 C -0.30078 -0.70833 -0.30078 -0.71273 -0.29935 -0.71319 C -0.29336 -0.71643 -0.28685 -0.7162 -0.2806 -0.71759 C -0.2526 -0.73611 -0.2651 -0.7243 -0.22943 -0.78657 C -0.19961 -0.83865 -0.2013 -0.83842 -0.1806 -0.89074 C -0.17838 -0.84189 -0.17995 -0.80648 -0.16185 -0.76203 C -0.15495 -0.7449 -0.14362 -0.73449 -0.13307 -0.7243 C -0.12461 -0.71643 -0.11484 -0.71389 -0.1056 -0.70879 C -0.09818 -0.71203 -0.08919 -0.70949 -0.0832 -0.71759 C -0.0668 -0.74004 -0.04062 -0.79768 -0.04062 -0.79745 C -0.03945 -0.80509 -0.0362 -0.81227 -0.03685 -0.8199 C -0.03724 -0.82407 -0.04141 -0.81504 -0.04193 -0.81111 C -0.0457 -0.77893 -0.04687 -0.74583 -0.04935 -0.71319 C -0.04232 -0.68541 -0.04088 -0.65 -0.02812 -0.62916 C -0.02292 -0.62037 -0.01992 -0.65 -0.0181 -0.66227 C -0.01602 -0.67731 -0.01745 -0.69352 -0.01693 -0.70879 C -0.01654 -0.71921 -0.01797 -0.73032 -0.01562 -0.74004 C -0.01458 -0.74421 -0.01068 -0.74282 -0.0082 -0.74444 C -0.00352 -0.75625 0.00117 -0.76782 0.0056 -0.77986 C 0.01393 -0.80301 0.01276 -0.79814 0.01563 -0.81319 C 0.02096 -0.77546 0.02175 -0.76898 0.03438 -0.70879 C 0.04193 -0.67268 0.04922 -0.63634 0.05938 -0.60208 C 0.07813 -0.53958 0.08828 -0.51018 0.1181 -0.47546 C 0.1207 -0.47245 0.12396 -0.47245 0.12682 -0.47106 C 0.12852 -0.47338 0.13112 -0.4743 0.1319 -0.47777 C 0.14531 -0.54768 0.14232 -0.5662 0.1444 -0.64444 C 0.14388 -0.65578 0.1431 -0.66689 0.1431 -0.67777 C 0.1431 -0.68009 0.1431 -0.6706 0.1444 -0.67106 C 0.14818 -0.67245 0.15104 -0.67847 0.1543 -0.68217 C 0.15846 -0.69259 0.16341 -0.70231 0.1668 -0.71319 C 0.17513 -0.74027 0.17487 -0.74259 0.17682 -0.76435 C 0.17604 -0.70277 0.17539 -0.64143 0.17435 -0.57986 C 0.17175 -0.42477 0.17096 -0.52523 0.17305 -0.4 C 0.17565 -0.50555 0.18008 -0.61551 0.1694 -0.7199 C 0.16732 -0.74004 0.16263 -0.68148 0.15938 -0.66227 C 0.15729 -0.60671 0.15443 -0.55115 0.15313 -0.4956 C 0.15221 -0.45764 0.14896 -0.46389 0.16055 -0.45555 C 0.16315 -0.46666 0.16706 -0.47708 0.1681 -0.48889 C 0.18516 -0.68055 0.17083 -0.7706 0.1793 -0.36875 C 0.17956 -0.36041 0.1819 -0.35254 0.18307 -0.34444 C 0.18659 -0.36921 0.18594 -0.36365 0.18932 -0.40879 C 0.19753 -0.51828 0.19609 -0.49884 0.19935 -0.59097 C 0.20104 -0.52801 0.20313 -0.46527 0.2043 -0.40208 C 0.20443 -0.39838 0.20156 -0.39421 0.20313 -0.39097 C 0.2043 -0.38935 0.20547 -0.39583 0.2069 -0.39768 C 0.20885 -0.40046 0.22018 -0.40856 0.22057 -0.40879 C 0.23945 -0.47615 0.22969 -0.45139 0.2293 -0.4199 C 0.22839 -0.34328 0.21732 -0.35231 0.23438 -0.34213 C 0.24232 -0.35625 0.24037 -0.35069 0.2431 -0.38449 C 0.26836 -0.69676 0.28021 -0.73958 0.25065 -0.59791 C 0.24805 -0.56504 0.24622 -0.5324 0.2431 -0.5 C 0.23789 -0.44421 0.22565 -0.33333 0.22565 -0.3331 C 0.22513 -0.31782 0.22487 -0.30254 0.22435 -0.28657 C 0.22409 -0.27777 0.22305 -0.25115 0.22305 -0.25995 C 0.22305 -0.3162 0.22396 -0.37245 0.22435 -0.42893 C 0.22852 -0.35578 0.22747 -0.36944 0.24063 -0.23773 C 0.24414 -0.20208 0.24922 -0.16666 0.25313 -0.13102 C 0.2625 -0.04467 0.25417 -0.09004 0.26432 -0.04004 C 0.26315 -0.05555 0.26185 -0.07106 0.26055 -0.08657 C 0.26016 -0.09259 0.26055 -0.09884 0.25938 -0.10439 C 0.25833 -0.10972 0.25599 -0.11342 0.2543 -0.11782 C 0.23685 -0.10231 0.24141 -0.11296 0.23438 -0.07106 C 0.2293 -0.04166 0.22057 0.01783 0.22057 0.01806 C 0.21042 0.00857 0.22057 0.01968 0.21185 0.00232 C 0.20391 -0.01389 0.19714 -0.0331 0.18685 -0.04444 C 0.17852 -0.05393 0.16771 -0.05324 0.15807 -0.05787 C 0.14896 -0.03102 0.13724 -0.00671 0.1306 0.02223 C 0.12826 0.03241 0.12656 0.04954 0.1319 0.05556 C 0.1362 0.06042 0.13828 0.04144 0.14063 0.03334 C 0.14453 0.01968 0.14727 0.0051 0.15065 -0.00879 C 0.15104 -0.02083 0.1526 -0.03264 0.15182 -0.04444 C 0.15091 -0.06041 0.15078 -0.07801 0.14557 -0.0912 C 0.13555 -0.11666 0.09076 -0.12199 0.08307 -0.12453 C 0.07357 -0.12152 0.06315 -0.12291 0.0543 -0.11551 C 0.03398 -0.09838 0.03346 -0.07338 0.02682 -0.04004 C 0.01706 -0.0706 0.01953 -0.06759 -0.0082 -0.0956 C -0.01302 -0.10046 -0.01901 -0.1 -0.02435 -0.10231 C -0.04609 -0.09699 -0.06784 -0.09282 -0.08945 -0.08657 C -0.09167 -0.08611 -0.09349 -0.08356 -0.0957 -0.08217 C -0.09727 -0.08125 -0.09896 -0.08078 -0.10065 -0.08009 C -0.09896 -0.08449 -0.09622 -0.08819 -0.0957 -0.09328 C -0.09518 -0.09722 -0.09596 -0.10416 -0.09818 -0.10439 C -0.11016 -0.10648 -0.12227 -0.10139 -0.13437 -0.1 C -0.1918 -0.06458 -0.25755 -0.02939 -0.3069 0.03334 C -0.32695 0.0588 -0.33776 0.10139 -0.35312 0.13542 C -0.35352 0.14144 -0.35742 0.15579 -0.35443 0.15324 C -0.33216 0.13473 -0.33216 0.10741 -0.32565 0.07107 C -0.32773 0.02894 -0.31549 -0.02477 -0.3319 -0.05555 C -0.38099 -0.14838 -0.45247 -0.10555 -0.50807 -0.0912 C -0.51523 -0.08148 -0.5237 -0.0743 -0.52943 -0.06227 C -0.53099 -0.05879 -0.5306 -0.05023 -0.52812 -0.04884 C -0.52331 -0.04629 -0.5181 -0.05185 -0.51315 -0.05324 C -0.48607 -0.075 -0.47057 -0.07986 -0.4556 -0.14027 C -0.45312 -0.15 -0.46146 -0.15949 -0.46432 -0.16921 C -0.47266 -0.15486 -0.48216 -0.14259 -0.48932 -0.12662 C -0.48997 -0.12523 -0.49193 -0.10324 -0.48932 -0.1 C -0.48698 -0.09676 -0.48359 -0.09861 -0.4806 -0.09768 C -0.47643 -0.10231 -0.4707 -0.1037 -0.4681 -0.11134 C -0.43724 -0.19884 -0.43854 -0.24236 -0.42565 -0.34907 C -0.4349 -0.42662 -0.42878 -0.44467 -0.46693 -0.4956 C -0.47187 -0.50231 -0.47943 -0.49838 -0.48568 -0.5 C -0.49141 -0.49027 -0.50013 -0.48426 -0.50312 -0.47106 C -0.54948 -0.26713 -0.54258 -0.32361 -0.49193 -0.14884 C -0.47643 -0.16365 -0.45651 -0.16921 -0.44557 -0.19328 C -0.39948 -0.29722 -0.40221 -0.36041 -0.3931 -0.47777 C -0.39232 -0.52731 -0.38828 -0.57708 -0.39062 -0.62685 C -0.39128 -0.64004 -0.39531 -0.65509 -0.40182 -0.66227 C -0.4069 -0.66782 -0.41354 -0.65926 -0.4194 -0.65764 C -0.4306 -0.64814 -0.44323 -0.64236 -0.45312 -0.62916 C -0.47513 -0.59861 -0.48112 -0.56944 -0.4931 -0.52893 C -0.49193 -0.5162 -0.49518 -0.48333 -0.48932 -0.49097 C -0.43477 -0.56435 -0.4349 -0.6162 -0.41693 -0.7199 C -0.41523 -0.74722 -0.40325 -0.77916 -0.41185 -0.80208 C -0.41745 -0.81689 -0.43073 -0.78703 -0.43685 -0.77314 C -0.45286 -0.73727 -0.46354 -0.69467 -0.47682 -0.65578 C -0.47773 -0.63796 -0.48893 -0.59652 -0.47943 -0.60208 C -0.46927 -0.60833 -0.47344 -0.63889 -0.47318 -0.65764 C -0.47266 -0.68819 -0.47565 -0.71852 -0.47682 -0.74884 C -0.49857 -0.74166 -0.52213 -0.74421 -0.54193 -0.72662 C -0.60078 -0.6743 -0.6194 -0.57083 -0.64935 -0.47546 C -0.62591 -0.44583 -0.60651 -0.40324 -0.57943 -0.38657 C -0.54909 -0.36852 -0.48268 -0.43426 -0.46315 -0.45324 C -0.43828 -0.47777 -0.41419 -0.50509 -0.39062 -0.53333 C -0.36198 -0.56759 -0.36615 -0.56389 -0.37943 -0.55995 C -0.40065 -0.53472 -0.37943 -0.55879 -0.34818 -0.64652 C -0.34622 -0.65185 -0.34167 -0.66852 -0.3444 -0.66458 C -0.34948 -0.65694 -0.35182 -0.64514 -0.3556 -0.63564 C -0.3569 -0.61921 -0.3599 -0.60301 -0.35937 -0.58657 C -0.35612 -0.47639 -0.29349 -0.6243 -0.2681 -0.65578 C -0.26146 -0.68541 -0.25013 -0.71273 -0.24818 -0.74444 C -0.24727 -0.75833 -0.26159 -0.72662 -0.26432 -0.71319 C -0.27448 -0.66458 -0.27852 -0.6125 -0.28568 -0.56227 C -0.28216 -0.50277 -0.29206 -0.46365 -0.2556 -0.44236 C -0.25026 -0.43912 -0.24479 -0.44814 -0.23932 -0.45115 C -0.22852 -0.47477 -0.21562 -0.49583 -0.2069 -0.52222 C -0.19713 -0.55139 -0.19635 -0.57152 -0.1944 -0.60023 C -0.19102 -0.59398 -0.18893 -0.58449 -0.18437 -0.58217 C -0.14518 -0.56111 -0.05573 -0.57268 -0.0319 -0.57338 C -0.02825 -0.60231 -0.02539 -0.61713 -0.0306 -0.65324 C -0.03255 -0.66689 -0.03685 -0.68055 -0.0431 -0.68889 C -0.04857 -0.69583 -0.05651 -0.69352 -0.06315 -0.69583 C -0.06562 -0.68819 -0.07044 -0.68217 -0.0707 -0.67338 C -0.07344 -0.5787 -0.06901 -0.56782 -0.0431 -0.49097 C -0.0418 -0.48703 -0.03893 -0.48518 -0.03685 -0.48217 C -0.03112 -0.49097 -0.02253 -0.49629 -0.0194 -0.50879 C -0.01133 -0.54074 -0.01289 -0.58773 -0.01445 -0.62222 C -0.01458 -0.62523 -0.01523 -0.62801 -0.01562 -0.63102 C -0.01484 -0.63842 -0.0138 -0.64606 -0.01315 -0.65324 C -0.01211 -0.66458 -0.01484 -0.67824 -0.01068 -0.68657 C -0.00833 -0.69143 -0.00781 -0.67338 -0.00443 -0.67106 C 0.00234 -0.66689 0.00977 -0.66967 0.0168 -0.66875 C 0.02435 -0.67176 0.03203 -0.67384 0.03932 -0.67777 C 0.04206 -0.67916 0.04414 -0.68541 0.04688 -0.68472 C 0.05013 -0.68333 0.05195 -0.67708 0.0543 -0.67338 C 0.06107 -0.66227 0.06693 -0.6493 0.07435 -0.64004 C 0.10925 -0.59629 0.10573 -0.60185 0.13815 -0.58657 C 0.14141 -0.59259 0.14688 -0.59629 0.14805 -0.60439 C 0.14961 -0.61481 0.14727 -0.62546 0.14557 -0.63564 C 0.14349 -0.64791 0.1349 -0.65856 0.13685 -0.67106 C 0.13802 -0.67893 0.14492 -0.6625 0.14935 -0.65995 C 0.15508 -0.65648 0.16107 -0.65578 0.1668 -0.65324 C 0.16849 -0.65254 0.17018 -0.65185 0.17188 -0.65115 C 0.17227 -0.64768 0.17227 -0.64328 0.17305 -0.64004 C 0.17813 -0.61944 0.18385 -0.60787 0.19063 -0.58889 C 0.19245 -0.58379 0.19388 -0.57847 0.19557 -0.57338 C 0.19596 -0.57546 0.19662 -0.57754 0.19688 -0.57986 C 0.20065 -0.61782 0.19987 -0.61389 0.19688 -0.65764 C 0.19544 -0.67847 0.1918 -0.69907 0.1918 -0.7199 C 0.1918 -0.72592 0.19518 -0.70949 0.19688 -0.70439 C 0.19766 -0.71319 0.19896 -0.72199 0.19935 -0.73125 C 0.20026 -0.75324 0.18828 -0.80139 0.20065 -0.79768 C 0.21445 -0.79352 0.20898 -0.74977 0.21432 -0.72662 C 0.2194 -0.70509 0.22604 -0.68541 0.2319 -0.66458 C 0.23099 -0.71319 0.22656 -0.76227 0.2293 -0.81111 C 0.23008 -0.82453 0.23216 -0.78171 0.23815 -0.77314 C 0.24115 -0.76875 0.24063 -0.78657 0.2418 -0.79328 C 0.24271 -0.79027 0.24375 -0.7875 0.2444 -0.78426 C 0.24505 -0.78078 0.24648 -0.76736 0.24688 -0.76435 C 0.24766 -0.74722 0.24831 -0.73032 0.24935 -0.71319 C 0.24961 -0.70879 0.25078 -0.69537 0.25065 -0.7 C 0.24896 -0.7324 0.24844 -0.74977 0.23932 -0.77986 C 0.22773 -0.81898 0.22175 -0.81227 0.19688 -0.8287 C 0.05195 -0.76041 0.0806 -0.81713 0.00182 -0.67106 C -0.00039 -0.66689 -0.00065 -0.66064 -0.00195 -0.65578 C -0.00143 -0.66134 -0.00013 -0.66736 -0.00065 -0.67338 C -0.00104 -0.67754 -0.00195 -0.68541 -0.00443 -0.68472 C -0.02161 -0.67939 -0.03789 -0.66782 -0.05443 -0.65764 C -0.11953 -0.61759 -0.08529 -0.62615 -0.11693 -0.6199 C -0.11979 -0.6206 -0.12292 -0.62037 -0.12565 -0.62222 C -0.13099 -0.62615 -0.1349 -0.63842 -0.14062 -0.63796 C -0.1901 -0.63102 -0.23893 -0.6125 -0.28815 -0.60023 L -0.35065 -0.55324 C -0.35482 -0.55023 -0.3556 -0.54907 -0.35312 -0.55764 C -0.3487 -0.57338 -0.34336 -0.58819 -0.33932 -0.60439 C -0.33581 -0.61875 -0.33359 -0.63402 -0.3306 -0.64884 C -0.3319 -0.66458 -0.32904 -0.6831 -0.33437 -0.69583 C -0.33802 -0.70393 -0.34609 -0.69861 -0.35182 -0.69768 C -0.36198 -0.69629 -0.37187 -0.69189 -0.3819 -0.68889 L -0.42943 -0.65115 C -0.43177 -0.6493 -0.43424 -0.64699 -0.43685 -0.64652 C -0.43984 -0.64629 -0.44271 -0.64814 -0.44557 -0.64884 C -0.50286 -0.60439 -0.48385 -0.62268 -0.57318 -0.48889 C -0.58893 -0.46527 -0.60143 -0.43541 -0.61549 -0.40879 C -0.62148 -0.37986 -0.62982 -0.35231 -0.63307 -0.32222 C -0.63372 -0.31597 -0.63047 -0.3074 -0.62682 -0.30671 C -0.61107 -0.30416 -0.59518 -0.31111 -0.57943 -0.31389 C -0.56901 -0.31713 -0.55859 -0.32129 -0.54818 -0.32453 C -0.54154 -0.32662 -0.52865 -0.3412 -0.52812 -0.32893 C -0.51758 -0.11203 -0.50117 -0.12314 -0.55312 -0.11551 C -0.55182 -0.11342 -0.55091 -0.11064 -0.54935 -0.10879 C -0.54753 -0.10671 -0.54531 -0.1037 -0.5431 -0.10439 C -0.51497 -0.11296 -0.48724 -0.12523 -0.45937 -0.13564 C -0.46146 -0.1243 -0.48477 -0.01412 -0.47057 -0.01342 C -0.44909 -0.01227 -0.43724 -0.06227 -0.42057 -0.08657 C -0.41367 -0.12407 -0.42435 -0.07106 -0.4056 -0.00671 C -0.39362 0.03449 -0.3888 0.03519 -0.37318 0.04445 C -0.34727 0.03218 -0.35208 0.04005 -0.32943 -0.00671 C -0.30521 -0.05648 -0.32617 -0.03518 -0.30807 -0.05115 C -0.21419 0.05764 -0.2595 0.02477 -0.17682 0.06667 C -0.15234 0.06297 -0.1276 0.06158 -0.10312 0.05556 C -0.09779 0.05417 -0.09648 0.04283 -0.0931 0.03773 C -0.08463 0.02523 -0.07669 0.01088 -0.06693 0.00232 C -0.06042 -0.00347 -0.05286 -0.00347 -0.0457 -0.00439 C -0.01732 -0.00856 0.01107 -0.01041 0.03932 -0.01342 C 0.05313 -0.01689 0.13125 -0.03518 0.1444 -0.04444 C 0.16289 -0.05764 0.17852 -0.08148 0.19557 -0.1 C 0.18685 -0.13102 0.18346 -0.16921 0.1694 -0.19328 C 0.09453 -0.32106 0.028 -0.39652 -0.0707 -0.43773 C -0.10078 -0.45046 -0.13229 -0.44652 -0.16315 -0.45115 C -0.27799 -0.39189 -0.29466 -0.41435 -0.36562 -0.31389 C -0.37786 -0.29606 -0.38815 -0.27523 -0.39935 -0.25602 C -0.39687 -0.27268 -0.39323 -0.28912 -0.39193 -0.30671 C -0.38529 -0.39745 -0.38411 -0.46921 -0.3819 -0.55764 C -0.38268 -0.58356 -0.37786 -0.61227 -0.38437 -0.63564 C -0.38945 -0.65347 -0.3875 -0.5956 -0.38685 -0.57546 C -0.38581 -0.54259 -0.38503 -0.50902 -0.37943 -0.47777 C -0.36784 -0.41365 -0.35026 -0.35324 -0.33568 -0.2912 C -0.33477 -0.25787 -0.34375 -0.21898 -0.33307 -0.19166 C -0.32695 -0.175 -0.31107 -0.19421 -0.30065 -0.2 C -0.28385 -0.20926 -0.2668 -0.21898 -0.25182 -0.23564 C -0.20195 -0.2912 -0.15534 -0.35602 -0.1069 -0.41551 C -0.10286 -0.42037 -0.0944 -0.42893 -0.0944 -0.4287 C -0.09831 -0.39421 -0.09661 -0.41064 -0.10065 -0.34004 C -0.10247 -0.3074 -0.10404 -0.27523 -0.1056 -0.24213 C -0.10352 -0.22546 -0.10195 -0.1743 -0.09935 -0.19166 C -0.09284 -0.23333 -0.09075 -0.27847 -0.0931 -0.32222 C -0.09544 -0.36527 -0.10169 -0.40856 -0.11315 -0.44652 C -0.15365 -0.58009 -0.17838 -0.5625 -0.25807 -0.61111 C -0.27891 -0.60069 -0.30247 -0.60069 -0.32057 -0.57986 C -0.35534 -0.54004 -0.38698 -0.49004 -0.41315 -0.43333 C -0.45221 -0.34838 -0.47161 -0.19328 -0.48815 -0.0956 C -0.48893 -0.07916 -0.49661 -0.03426 -0.49062 -0.04676 C -0.46628 -0.09652 -0.44935 -0.15648 -0.4306 -0.21342 C -0.29466 -0.62708 -0.42565 -0.2581 -0.3444 -0.48449 C -0.34193 -0.41504 -0.34128 -0.3449 -0.33685 -0.27546 C -0.33633 -0.26574 -0.33307 -0.29444 -0.33307 -0.30439 C -0.33346 -0.34814 -0.33398 -0.39259 -0.33815 -0.43541 C -0.34518 -0.50879 -0.34036 -0.50185 -0.35807 -0.51782 C -0.35977 -0.5074 -0.3625 -0.49745 -0.36315 -0.48657 C -0.37227 -0.33055 -0.35234 -0.38611 -0.37435 -0.33148 C -0.3806 -0.34004 -0.38776 -0.34745 -0.3931 -0.35764 C -0.397 -0.36527 -0.397 -0.37893 -0.40182 -0.38449 C -0.40586 -0.38865 -0.41107 -0.38287 -0.41562 -0.38217 C -0.41185 -0.37986 -0.40833 -0.37662 -0.40443 -0.37546 C -0.2776 -0.33958 -0.24831 -0.35347 -0.07565 -0.34444 C -0.05859 -0.35023 -0.04088 -0.35231 -0.02435 -0.36227 C -0.022 -0.36365 -0.02057 -0.37592 -0.02318 -0.37546 C -0.10169 -0.36273 -0.17982 -0.34143 -0.25807 -0.32453 C -0.25443 -0.2956 -0.25716 -0.26111 -0.24687 -0.23773 C -0.19609 -0.12129 -0.08112 -0.1412 -0.0194 -0.12662 C 0.01055 -0.12824 0.06966 -0.07777 0.07057 -0.13102 C 0.07109 -0.16273 -0.01237 -0.19745 -0.0431 -0.20671 C -0.04727 -0.20787 -0.05143 -0.2081 -0.0556 -0.20879 C -0.10195 -0.19977 -0.15573 -0.18773 -0.19935 -0.19328 C -0.2056 -0.19421 -0.20768 -0.20972 -0.21185 -0.21782 L -0.11432 -0.31551 C -0.11003 -0.32014 -0.09844 -0.31875 -0.10065 -0.32662 C -0.10299 -0.33495 -0.11094 -0.32384 -0.11562 -0.32014 C -0.23216 -0.22546 -0.19987 -0.26458 -0.26185 -0.17569 C -0.25768 -0.17477 -0.25338 -0.17106 -0.24935 -0.17338 C -0.14232 -0.23217 -0.14284 -0.24027 -0.0457 -0.32662 C -0.09648 -0.34305 -0.0776 -0.33958 -0.17943 -0.3 C -0.19154 -0.29514 -0.22318 -0.25787 -0.21315 -0.27106 C -0.19154 -0.29977 -0.1444 -0.34652 -0.1444 -0.34629 C -0.15768 -0.37014 -0.15365 -0.36713 -0.18932 -0.35764 C -0.20456 -0.35393 -0.21862 -0.34189 -0.23307 -0.33333 C -0.2349 -0.33217 -0.23633 -0.32986 -0.23815 -0.32893 C -0.25052 -0.32222 -0.27018 -0.31435 -0.28307 -0.30902 C -0.21211 -0.37199 -0.12669 -0.38634 -0.06315 -0.47106 C -0.05482 -0.48217 -0.02773 -0.50463 -0.03815 -0.50439 C -0.08151 -0.50347 -0.12396 -0.48078 -0.16693 -0.46875 C -0.22526 -0.47106 -0.34479 -0.37199 -0.34193 -0.47546 C -0.33867 -0.58935 -0.22044 -0.55115 -0.16315 -0.60208 C -0.15898 -0.60578 -0.14622 -0.61597 -0.15065 -0.61319 C -0.28685 -0.53148 -0.23997 -0.56203 -0.37943 -0.42477 C -0.31068 -0.42176 -0.27956 -0.41412 -0.20312 -0.45764 C -0.16888 -0.47731 -0.13893 -0.51551 -0.1069 -0.54444 C -0.10859 -0.54652 -0.10977 -0.55115 -0.11185 -0.55115 C -0.25846 -0.55115 -0.20807 -0.54722 -0.3819 -0.4199 C -0.38229 -0.4074 -0.38971 -0.38703 -0.38307 -0.38217 C -0.32747 -0.3412 -0.25 -0.39421 -0.20065 -0.41342 C -0.18242 -0.45787 -0.17552 -0.46018 -0.24687 -0.44652 C -0.27578 -0.4412 -0.30352 -0.42314 -0.3319 -0.41111 C -0.35026 -0.37986 -0.3737 -0.35625 -0.38685 -0.31782 C -0.39062 -0.3074 -0.38138 -0.28889 -0.37435 -0.28657 C -0.35182 -0.27916 -0.32852 -0.28958 -0.3056 -0.2912 C -0.28854 -0.30509 -0.27096 -0.31759 -0.25443 -0.33333 C -0.25052 -0.33703 -0.2487 -0.34768 -0.2444 -0.34907 C -0.23203 -0.35231 -0.2194 -0.34745 -0.2069 -0.34652 C -0.17227 -0.33634 -0.13789 -0.32384 -0.10312 -0.31551 C -0.08789 -0.31227 -0.04167 -0.30602 -0.0569 -0.31111 C -0.09154 -0.32291 -0.12682 -0.32731 -0.16185 -0.33564 C -0.22018 -0.31064 -0.28372 -0.30949 -0.33685 -0.25995 C -0.35117 -0.24676 -0.31354 -0.21736 -0.29818 -0.20879 C -0.26927 -0.19352 -0.23815 -0.19699 -0.20807 -0.19166 C -0.06615 -0.21921 -0.05508 -0.18287 0.05182 -0.32893 C 0.06263 -0.34375 0.06602 -0.37037 0.07305 -0.39097 C 0.07148 -0.41666 0.07578 -0.4456 0.0681 -0.46666 C 0.03659 -0.55463 -0.11237 -0.53842 -0.12057 -0.54004 C -0.20312 -0.52963 -0.2875 -0.54143 -0.3681 -0.50879 C -0.39557 -0.49768 -0.43477 -0.46319 -0.43307 -0.41342 C -0.43138 -0.35902 -0.38568 -0.34514 -0.36185 -0.31111 C -0.23151 -0.32893 -0.10078 -0.34051 0.0293 -0.36435 C 0.03359 -0.36527 0.03971 -0.38217 0.03555 -0.38449 C 0.01016 -0.39768 -0.01693 -0.39629 -0.0431 -0.40208 C -0.572 -0.35486 -0.42083 -0.21273 -0.3306 -0.50671 L -0.32318 -0.53102 C -0.3194 -0.48217 -0.32878 -0.42361 -0.31185 -0.38449 C -0.23411 -0.20486 -0.22865 -0.23194 -0.16185 -0.28009 C -0.15234 -0.29629 -0.13763 -0.30671 -0.13307 -0.32893 C -0.12135 -0.38796 -0.10677 -0.50717 -0.14687 -0.55764 C -0.1694 -0.58611 -0.19857 -0.59213 -0.22435 -0.60902 C -0.3194 -0.55162 -0.38841 -0.55625 -0.43437 -0.38217 C -0.44648 -0.33634 -0.43932 -0.28171 -0.44193 -0.23102 C -0.41849 -0.18518 -0.40404 -0.11713 -0.37187 -0.09328 C -0.26497 -0.01458 -0.11719 -0.1493 -0.02943 -0.2 C -0.01862 -0.22152 -0.00378 -0.23819 0.00313 -0.26435 C 0.00898 -0.28657 0.01276 -0.31551 0.0069 -0.33796 C -0.03385 -0.48981 -0.10078 -0.48541 -0.18685 -0.54004 C -0.2444 -0.52662 -0.30547 -0.53796 -0.35937 -0.5 C -0.44713 -0.43796 -0.42799 -0.25162 -0.38932 -0.14444 C -0.32018 0.04815 -0.26797 0.05348 -0.16693 0.1132 C -0.1069 0.07176 -0.03711 0.06042 0.01315 -0.01111 C 0.03477 -0.04189 0.02565 -0.10879 0.02305 -0.15787 C 0.01198 -0.37569 -0.00924 -0.46852 -0.10937 -0.61111 C -0.13307 -0.64467 -0.16602 -0.64953 -0.1944 -0.66875 C -0.23021 -0.58449 -0.28229 -0.51527 -0.30182 -0.41551 C -0.33125 -0.2662 -0.24167 -0.09745 -0.19935 -0.00879 C -0.19635 -0.00254 -0.19023 -0.00602 -0.18568 -0.00439 C -0.18307 -0.02824 -0.1793 -0.05162 -0.17812 -0.07546 C -0.16992 -0.25602 -0.1776 -0.31736 -0.21562 -0.5199 C -0.22682 -0.57939 -0.2431 -0.56898 -0.2681 -0.57106 C -0.26979 -0.53333 -0.27435 -0.4956 -0.27318 -0.45764 C -0.26966 -0.34143 -0.25352 -0.24791 -0.20065 -0.16435 C -0.18516 -0.14027 -0.16068 -0.14514 -0.14062 -0.13564 C -0.12227 -0.16759 -0.09766 -0.19097 -0.08568 -0.23102 C -0.05963 -0.31805 -0.0582 -0.46527 -0.10937 -0.53333 C -0.14036 -0.5743 -0.18437 -0.56597 -0.22187 -0.58217 C -0.26185 -0.55856 -0.31211 -0.56412 -0.34193 -0.51111 C -0.40156 -0.40532 -0.36836 -0.22407 -0.32435 -0.13379 C -0.30586 -0.09514 -0.27435 -0.08588 -0.24935 -0.06227 C -0.22318 -0.07106 -0.19323 -0.06365 -0.17057 -0.08889 C -0.07409 -0.19676 -0.09635 -0.27129 -0.08815 -0.45324 C -0.09727 -0.49467 -0.09687 -0.54838 -0.11562 -0.57777 C -0.222 -0.74421 -0.23594 -0.71643 -0.34557 -0.71111 C -0.37734 -0.67106 -0.42083 -0.65046 -0.44062 -0.59097 C -0.48125 -0.46967 -0.45742 -0.30902 -0.40065 -0.22222 C -0.37708 -0.18611 -0.34232 -0.18379 -0.31315 -0.16435 C -0.29141 -0.16597 -0.26628 -0.14768 -0.24818 -0.16921 C -0.1513 -0.28264 -0.10104 -0.40764 -0.20312 -0.58657 C -0.23463 -0.64213 -0.28646 -0.64004 -0.32812 -0.66689 C -0.48073 -0.55602 -0.55885 -0.6199 -0.52057 -0.32014 C -0.51445 -0.27199 -0.49062 -0.23703 -0.47565 -0.1956 C -0.44857 -0.20602 -0.41615 -0.19652 -0.3944 -0.22708 C -0.37852 -0.24953 -0.37904 -0.29514 -0.37943 -0.33148 C -0.38112 -0.50486 -0.3987 -0.48009 -0.47435 -0.57338 C -0.52852 -0.55254 -0.58411 -0.54097 -0.63685 -0.51111 C -0.67409 -0.49004 -0.66992 -0.48125 -0.66419 -0.45115 C -0.61602 -0.46759 -0.58359 -0.47708 -0.5306 -0.51111 C -0.48463 -0.54051 -0.43984 -0.57615 -0.39557 -0.61319 C -0.37969 -0.62685 -0.36562 -0.64606 -0.35065 -0.66227 C -0.33906 -0.69305 -0.34102 -0.68426 -0.39935 -0.65578 C -0.44922 -0.63102 -0.49766 -0.59953 -0.54687 -0.57106 C -0.57852 -0.53402 -0.61641 -0.50995 -0.64193 -0.45995 C -0.69023 -0.36527 -0.6306 -0.27569 -0.58685 -0.23564 C -0.56458 -0.21504 -0.53685 -0.22708 -0.51185 -0.22222 C -0.40404 -0.25347 -0.36198 -0.22893 -0.28685 -0.37338 C -0.27865 -0.38935 -0.28437 -0.41666 -0.28307 -0.43773 C -0.29818 -0.44745 -0.31224 -0.4699 -0.32812 -0.46666 C -0.4694 -0.43703 -0.45612 -0.4125 -0.54557 -0.25324 C -0.54349 -0.22083 -0.54544 -0.1868 -0.53932 -0.15555 C -0.53763 -0.14676 -0.52825 -0.13773 -0.52435 -0.14444 C -0.50846 -0.17245 -0.50026 -0.21111 -0.48815 -0.24467 C -0.48568 -0.31412 -0.48229 -0.38356 -0.4806 -0.45324 C -0.4793 -0.5074 -0.48385 -0.56203 -0.47943 -0.61551 C -0.47812 -0.63032 -0.47266 -0.58773 -0.47057 -0.57338 C -0.46549 -0.53657 -0.46224 -0.4993 -0.45807 -0.46227 C -0.45365 -0.18541 -0.50143 -0.06713 -0.38685 -0.22893 C -0.35833 -0.26921 -0.33359 -0.31782 -0.3069 -0.36227 C -0.29648 -0.40069 -0.28307 -0.43703 -0.27565 -0.47777 C -0.27279 -0.49328 -0.2707 -0.51458 -0.27682 -0.52662 C -0.28385 -0.54004 -0.29687 -0.53402 -0.3069 -0.53773 C -0.33568 -0.50671 -0.36927 -0.48657 -0.3931 -0.44444 C -0.43333 -0.37361 -0.42539 -0.25926 -0.42812 -0.17338 C -0.42435 -0.15787 -0.42604 -0.12199 -0.41693 -0.12662 C -0.36628 -0.15254 -0.31341 -0.30926 -0.28932 -0.36689 C -0.28398 -0.39421 -0.27669 -0.4206 -0.27318 -0.44884 C -0.27161 -0.46041 -0.26914 -0.49189 -0.27435 -0.48449 C -0.28463 -0.4699 -0.28607 -0.44282 -0.29193 -0.42222 C -0.29453 -0.24467 -0.31159 -0.26782 -0.25182 -0.13102 C -0.24896 -0.12453 -0.24271 -0.12662 -0.23815 -0.12453 C -0.19362 -0.1493 -0.08984 -0.20463 -0.05195 -0.23773 C -0.02656 -0.25995 -0.00521 -0.29398 0.0181 -0.32222 C 0.02305 -0.33564 0.03151 -0.34652 0.03307 -0.36227 C 0.03372 -0.36875 0.02513 -0.37662 0.02305 -0.37106 C 0.01107 -0.33958 0.0056 -0.30139 -0.00312 -0.26666 C 0.00521 -0.21782 0.01055 -0.16689 0.02188 -0.1199 C 0.02396 -0.11157 0.03047 -0.10555 0.03555 -0.10671 C 0.04284 -0.1081 0.04805 -0.1199 0.0543 -0.12662 C 0.07643 -0.18449 0.10013 -0.24027 0.12057 -0.3 C 0.13398 -0.33958 0.14466 -0.38078 0.1556 -0.42222 C 0.1569 -0.42685 0.15925 -0.44074 0.1569 -0.43773 C 0.11979 -0.39189 0.08828 -0.33171 0.04935 -0.2912 C -0.03997 -0.19814 0.0043 -0.22546 -0.0806 -0.1956 C -0.17331 -0.20694 -0.22057 -0.20486 -0.31315 -0.25324 C -0.3349 -0.26481 -0.35391 -0.28889 -0.37435 -0.30671 C -0.37812 -0.37546 -0.38477 -0.36527 -0.33437 -0.41551 C -0.27969 -0.4706 -0.17825 -0.51018 -0.12682 -0.53541 C -0.09896 -0.53032 -0.05872 -0.56157 -0.0431 -0.5199 C -0.01992 -0.4581 -0.09505 -0.33148 -0.11185 -0.29768 C -0.11784 -0.2662 -0.12161 -0.24814 -0.0832 -0.36227 C -0.07786 -0.37801 -0.07565 -0.39629 -0.07187 -0.41342 C -0.07057 -0.43171 -0.06732 -0.43102 -0.07187 -0.43102 " pathEditMode="relative" rAng="0" ptsTypes="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16" dur="12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089" y="-399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6000" dirty="0" smtClean="0"/>
              <a:t>9. év</a:t>
            </a:r>
            <a:endParaRPr lang="hu-HU" sz="6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 smtClean="0">
                <a:hlinkClick r:id="rId2"/>
              </a:rPr>
              <a:t>Áramkörök, Mérések Áramkörben</a:t>
            </a:r>
            <a:endParaRPr lang="hu-HU" dirty="0" smtClean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 smtClean="0">
              <a:hlinkClick r:id="rId3"/>
            </a:endParaRPr>
          </a:p>
          <a:p>
            <a:pPr marL="0" indent="0">
              <a:buNone/>
            </a:pPr>
            <a:endParaRPr lang="hu-HU" dirty="0">
              <a:hlinkClick r:id="rId3"/>
            </a:endParaRPr>
          </a:p>
          <a:p>
            <a:pPr marL="0" indent="0">
              <a:buNone/>
            </a:pPr>
            <a:r>
              <a:rPr lang="hu-HU" dirty="0" smtClean="0">
                <a:hlinkClick r:id="rId3"/>
              </a:rPr>
              <a:t>Számítógép Részei, Szerelése</a:t>
            </a:r>
            <a:endParaRPr lang="hu-HU" dirty="0"/>
          </a:p>
        </p:txBody>
      </p:sp>
      <p:sp>
        <p:nvSpPr>
          <p:cNvPr id="4" name="Téglalap 3"/>
          <p:cNvSpPr/>
          <p:nvPr/>
        </p:nvSpPr>
        <p:spPr>
          <a:xfrm>
            <a:off x="3577393" y="2967335"/>
            <a:ext cx="503721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 szöveg helye</a:t>
            </a:r>
          </a:p>
        </p:txBody>
      </p:sp>
    </p:spTree>
    <p:extLst>
      <p:ext uri="{BB962C8B-B14F-4D97-AF65-F5344CB8AC3E}">
        <p14:creationId xmlns:p14="http://schemas.microsoft.com/office/powerpoint/2010/main" val="4195723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10. év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>
                <a:hlinkClick r:id="rId2"/>
              </a:rPr>
              <a:t>1. Félév</a:t>
            </a:r>
            <a:endParaRPr lang="hu-HU" dirty="0" smtClean="0"/>
          </a:p>
          <a:p>
            <a:r>
              <a:rPr lang="hu-HU" dirty="0" smtClean="0"/>
              <a:t>Python</a:t>
            </a:r>
            <a:endParaRPr lang="hu-HU" dirty="0"/>
          </a:p>
          <a:p>
            <a:r>
              <a:rPr lang="hu-HU" dirty="0" smtClean="0"/>
              <a:t>Cisco </a:t>
            </a:r>
            <a:r>
              <a:rPr lang="hu-HU" dirty="0" err="1" smtClean="0"/>
              <a:t>Packet</a:t>
            </a:r>
            <a:r>
              <a:rPr lang="hu-HU" dirty="0" smtClean="0"/>
              <a:t> </a:t>
            </a:r>
            <a:r>
              <a:rPr lang="hu-HU" dirty="0" err="1" smtClean="0"/>
              <a:t>Tracer</a:t>
            </a:r>
            <a:endParaRPr lang="hu-HU" dirty="0" smtClean="0"/>
          </a:p>
          <a:p>
            <a:endParaRPr lang="hu-HU" dirty="0"/>
          </a:p>
          <a:p>
            <a:r>
              <a:rPr lang="hu-HU" dirty="0" smtClean="0"/>
              <a:t>2. Félév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86494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11. év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0378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12. év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73196073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Vörös–lila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agyogó él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60</TotalTime>
  <Words>52</Words>
  <Application>Microsoft Office PowerPoint</Application>
  <PresentationFormat>Szélesvásznú</PresentationFormat>
  <Paragraphs>28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8" baseType="lpstr">
      <vt:lpstr>Arial</vt:lpstr>
      <vt:lpstr>Trebuchet MS</vt:lpstr>
      <vt:lpstr>Berlin</vt:lpstr>
      <vt:lpstr>Projektmunka összegzés</vt:lpstr>
      <vt:lpstr>9. év</vt:lpstr>
      <vt:lpstr>10. év</vt:lpstr>
      <vt:lpstr>11. év</vt:lpstr>
      <vt:lpstr>12. év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Projektmunka összegzés</dc:title>
  <dc:creator>diak</dc:creator>
  <cp:lastModifiedBy>diak</cp:lastModifiedBy>
  <cp:revision>8</cp:revision>
  <dcterms:created xsi:type="dcterms:W3CDTF">2026-02-05T09:05:03Z</dcterms:created>
  <dcterms:modified xsi:type="dcterms:W3CDTF">2026-02-05T10:05:54Z</dcterms:modified>
</cp:coreProperties>
</file>