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6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93198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022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0502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86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24632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08159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121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80381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77549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7662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348513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815567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635021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969166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8279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141028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144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003435-09ED-406B-919C-BA5C379DC48E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78F5DE-08F7-45EF-BBBE-4E59088D8AF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77460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obi-infoproject.vercel.app/szamitogep.html" TargetMode="External"/><Relationship Id="rId2" Type="http://schemas.openxmlformats.org/officeDocument/2006/relationships/hyperlink" Target="https://bobi-infoproject.vercel.app/aramkorok.htm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obi-infoproject.vercel.app/masodikfelev.html" TargetMode="External"/><Relationship Id="rId2" Type="http://schemas.openxmlformats.org/officeDocument/2006/relationships/hyperlink" Target="https://bobi-infoproject.vercel.app/elsofelev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2400300"/>
            <a:ext cx="8824456" cy="1439779"/>
          </a:xfrm>
        </p:spPr>
        <p:txBody>
          <a:bodyPr/>
          <a:lstStyle/>
          <a:p>
            <a:pPr algn="ctr"/>
            <a:r>
              <a:rPr lang="hu-HU" sz="6000" dirty="0" smtClean="0"/>
              <a:t>Projektmunka összegzés</a:t>
            </a:r>
            <a:endParaRPr lang="hu-HU" sz="6000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680322" y="4317839"/>
            <a:ext cx="8144134" cy="2260761"/>
          </a:xfrm>
        </p:spPr>
        <p:txBody>
          <a:bodyPr>
            <a:noAutofit/>
          </a:bodyPr>
          <a:lstStyle/>
          <a:p>
            <a:pPr algn="ctr"/>
            <a:r>
              <a:rPr lang="hu-HU" sz="2800" dirty="0" smtClean="0"/>
              <a:t>Csapattagok: </a:t>
            </a:r>
          </a:p>
          <a:p>
            <a:pPr algn="ctr"/>
            <a:r>
              <a:rPr lang="hu-HU" sz="2800" dirty="0" smtClean="0"/>
              <a:t>Erdő Péter</a:t>
            </a:r>
          </a:p>
          <a:p>
            <a:pPr algn="ctr"/>
            <a:r>
              <a:rPr lang="hu-HU" sz="2800" dirty="0" smtClean="0"/>
              <a:t>Gál Kristóf</a:t>
            </a:r>
          </a:p>
          <a:p>
            <a:pPr algn="ctr"/>
            <a:r>
              <a:rPr lang="hu-HU" sz="2800" dirty="0" smtClean="0"/>
              <a:t>Pálinkás Szabó Máté</a:t>
            </a:r>
          </a:p>
          <a:p>
            <a:pPr algn="ctr"/>
            <a:r>
              <a:rPr lang="hu-HU" sz="2800" dirty="0" smtClean="0"/>
              <a:t>Vizi Kornél</a:t>
            </a:r>
            <a:endParaRPr lang="hu-HU" sz="2800" dirty="0"/>
          </a:p>
        </p:txBody>
      </p:sp>
    </p:spTree>
    <p:extLst>
      <p:ext uri="{BB962C8B-B14F-4D97-AF65-F5344CB8AC3E}">
        <p14:creationId xmlns:p14="http://schemas.microsoft.com/office/powerpoint/2010/main" val="667720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000" dirty="0" smtClean="0"/>
              <a:t>9. </a:t>
            </a:r>
            <a:r>
              <a:rPr lang="hu-HU" sz="6000" dirty="0" smtClean="0"/>
              <a:t>Év</a:t>
            </a:r>
            <a:endParaRPr lang="hu-HU" sz="60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 smtClean="0">
                <a:hlinkClick r:id="rId2"/>
              </a:rPr>
              <a:t>Áramkörök, Mérések Áramkörben</a:t>
            </a:r>
            <a:endParaRPr lang="hu-HU" dirty="0" smtClean="0"/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endParaRPr lang="hu-HU" dirty="0" smtClean="0">
              <a:hlinkClick r:id="rId3"/>
            </a:endParaRPr>
          </a:p>
          <a:p>
            <a:pPr marL="0" indent="0">
              <a:buNone/>
            </a:pPr>
            <a:endParaRPr lang="hu-HU" dirty="0">
              <a:hlinkClick r:id="rId3"/>
            </a:endParaRPr>
          </a:p>
          <a:p>
            <a:pPr marL="0" indent="0">
              <a:buNone/>
            </a:pPr>
            <a:r>
              <a:rPr lang="hu-HU" dirty="0" smtClean="0">
                <a:hlinkClick r:id="rId3"/>
              </a:rPr>
              <a:t>Számítógép Részei, Szerelése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95723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000" dirty="0" smtClean="0"/>
              <a:t>10. Év</a:t>
            </a:r>
            <a:endParaRPr lang="hu-HU" sz="60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u-HU" sz="2800" dirty="0" smtClean="0">
                <a:hlinkClick r:id="rId2"/>
              </a:rPr>
              <a:t>1. Félév</a:t>
            </a:r>
            <a:endParaRPr lang="hu-HU" sz="2800" dirty="0" smtClean="0"/>
          </a:p>
          <a:p>
            <a:pPr marL="0" indent="0">
              <a:buNone/>
            </a:pPr>
            <a:endParaRPr lang="hu-HU" sz="2800" dirty="0" smtClean="0"/>
          </a:p>
          <a:p>
            <a:pPr marL="0" indent="0">
              <a:buNone/>
            </a:pPr>
            <a:endParaRPr lang="hu-HU" sz="2800" dirty="0"/>
          </a:p>
          <a:p>
            <a:pPr marL="0" indent="0">
              <a:buNone/>
            </a:pPr>
            <a:r>
              <a:rPr lang="hu-HU" sz="2800" dirty="0" smtClean="0">
                <a:hlinkClick r:id="rId3"/>
              </a:rPr>
              <a:t>2. Félév</a:t>
            </a:r>
            <a:endParaRPr lang="hu-HU" sz="2800" dirty="0"/>
          </a:p>
        </p:txBody>
      </p:sp>
    </p:spTree>
    <p:extLst>
      <p:ext uri="{BB962C8B-B14F-4D97-AF65-F5344CB8AC3E}">
        <p14:creationId xmlns:p14="http://schemas.microsoft.com/office/powerpoint/2010/main" val="3659787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000" dirty="0" smtClean="0"/>
              <a:t>11. Év</a:t>
            </a:r>
            <a:endParaRPr lang="hu-HU" sz="60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u-HU" sz="2800" dirty="0" smtClean="0"/>
              <a:t>1. Félév</a:t>
            </a:r>
          </a:p>
          <a:p>
            <a:pPr marL="0" indent="0">
              <a:buNone/>
            </a:pPr>
            <a:endParaRPr lang="hu-HU" sz="2800" dirty="0" smtClean="0"/>
          </a:p>
          <a:p>
            <a:pPr marL="0" indent="0">
              <a:buNone/>
            </a:pPr>
            <a:endParaRPr lang="hu-HU" sz="2800" dirty="0"/>
          </a:p>
          <a:p>
            <a:pPr marL="0" indent="0">
              <a:buNone/>
            </a:pPr>
            <a:r>
              <a:rPr lang="hu-HU" sz="2800" dirty="0" smtClean="0"/>
              <a:t>2. Félév</a:t>
            </a:r>
            <a:endParaRPr lang="hu-HU" sz="2800" dirty="0"/>
          </a:p>
        </p:txBody>
      </p:sp>
    </p:spTree>
    <p:extLst>
      <p:ext uri="{BB962C8B-B14F-4D97-AF65-F5344CB8AC3E}">
        <p14:creationId xmlns:p14="http://schemas.microsoft.com/office/powerpoint/2010/main" val="1632926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000" dirty="0" smtClean="0"/>
              <a:t>12. Év</a:t>
            </a:r>
            <a:endParaRPr lang="hu-HU" sz="60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u-HU" sz="2800" dirty="0" smtClean="0"/>
              <a:t>1. Félév</a:t>
            </a:r>
          </a:p>
          <a:p>
            <a:pPr marL="0" indent="0">
              <a:buNone/>
            </a:pPr>
            <a:endParaRPr lang="hu-HU" sz="2800" dirty="0"/>
          </a:p>
          <a:p>
            <a:pPr marL="0" indent="0">
              <a:buNone/>
            </a:pPr>
            <a:endParaRPr lang="hu-HU" sz="2800" dirty="0" smtClean="0"/>
          </a:p>
          <a:p>
            <a:pPr marL="0" indent="0">
              <a:buNone/>
            </a:pPr>
            <a:r>
              <a:rPr lang="hu-HU" sz="2800" dirty="0" smtClean="0"/>
              <a:t>2. Félév</a:t>
            </a:r>
            <a:endParaRPr lang="hu-HU" sz="2800" dirty="0"/>
          </a:p>
          <a:p>
            <a:pPr marL="0" indent="0">
              <a:buNone/>
            </a:pPr>
            <a:endParaRPr lang="hu-HU" sz="2800" dirty="0"/>
          </a:p>
        </p:txBody>
      </p:sp>
    </p:spTree>
    <p:extLst>
      <p:ext uri="{BB962C8B-B14F-4D97-AF65-F5344CB8AC3E}">
        <p14:creationId xmlns:p14="http://schemas.microsoft.com/office/powerpoint/2010/main" val="208792038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Vörös–lila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agyogó él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23</TotalTime>
  <Words>51</Words>
  <Application>Microsoft Office PowerPoint</Application>
  <PresentationFormat>Szélesvásznú</PresentationFormat>
  <Paragraphs>27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8" baseType="lpstr">
      <vt:lpstr>Arial</vt:lpstr>
      <vt:lpstr>Trebuchet MS</vt:lpstr>
      <vt:lpstr>Berlin</vt:lpstr>
      <vt:lpstr>Projektmunka összegzés</vt:lpstr>
      <vt:lpstr>9. Év</vt:lpstr>
      <vt:lpstr>10. Év</vt:lpstr>
      <vt:lpstr>11. Év</vt:lpstr>
      <vt:lpstr>12. Év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Projektmunka összegzés</dc:title>
  <dc:creator>diak</dc:creator>
  <cp:lastModifiedBy>diak</cp:lastModifiedBy>
  <cp:revision>4</cp:revision>
  <dcterms:created xsi:type="dcterms:W3CDTF">2026-02-05T09:05:03Z</dcterms:created>
  <dcterms:modified xsi:type="dcterms:W3CDTF">2026-02-05T10:10:20Z</dcterms:modified>
</cp:coreProperties>
</file>