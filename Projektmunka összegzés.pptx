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61" r:id="rId3"/>
    <p:sldId id="262" r:id="rId4"/>
    <p:sldId id="263" r:id="rId5"/>
    <p:sldId id="264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98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738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24964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56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967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302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4835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1229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64697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7301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23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68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328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3777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9641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94099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7604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438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A003435-09ED-406B-919C-BA5C379DC48E}" type="datetimeFigureOut">
              <a:rPr lang="hu-HU" smtClean="0"/>
              <a:t>2026. 02. 12.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E78F5DE-08F7-45EF-BBBE-4E59088D8AF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886641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bobi-infoproject.vercel.app/9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bobi-infoproject.vercel.app/10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bobi-infoproject.vercel.app/11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bobi-infoproject.vercel.app/12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0" y="165100"/>
            <a:ext cx="12192000" cy="1892300"/>
          </a:xfrm>
        </p:spPr>
        <p:txBody>
          <a:bodyPr>
            <a:normAutofit fontScale="90000"/>
          </a:bodyPr>
          <a:lstStyle/>
          <a:p>
            <a:pPr algn="ctr"/>
            <a:r>
              <a:rPr lang="hu-HU" sz="6000" b="1" u="sng" dirty="0" smtClean="0">
                <a:latin typeface="Arial Black" panose="020B0A04020102020204" pitchFamily="34" charset="0"/>
              </a:rPr>
              <a:t/>
            </a:r>
            <a:br>
              <a:rPr lang="hu-HU" sz="6000" b="1" u="sng" dirty="0" smtClean="0">
                <a:latin typeface="Arial Black" panose="020B0A04020102020204" pitchFamily="34" charset="0"/>
              </a:rPr>
            </a:br>
            <a:r>
              <a:rPr lang="hu-HU" sz="6000" b="1" u="sng" dirty="0" smtClean="0">
                <a:latin typeface="Arial Black" panose="020B0A04020102020204" pitchFamily="34" charset="0"/>
              </a:rPr>
              <a:t>Projektmunka összegzés</a:t>
            </a:r>
            <a:br>
              <a:rPr lang="hu-HU" sz="6000" b="1" u="sng" dirty="0" smtClean="0">
                <a:latin typeface="Arial Black" panose="020B0A04020102020204" pitchFamily="34" charset="0"/>
              </a:rPr>
            </a:br>
            <a:r>
              <a:rPr lang="hu-HU" sz="6000" b="1" u="sng" dirty="0" smtClean="0">
                <a:latin typeface="Arial Black" panose="020B0A04020102020204" pitchFamily="34" charset="0"/>
              </a:rPr>
              <a:t>9-12.évolyamig</a:t>
            </a:r>
            <a:endParaRPr lang="hu-HU" sz="6000" b="1" u="sng" dirty="0">
              <a:latin typeface="Arial Black" panose="020B0A04020102020204" pitchFamily="34" charset="0"/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0" y="3339939"/>
            <a:ext cx="12192000" cy="3518061"/>
          </a:xfrm>
        </p:spPr>
        <p:txBody>
          <a:bodyPr>
            <a:noAutofit/>
          </a:bodyPr>
          <a:lstStyle/>
          <a:p>
            <a:pPr algn="l"/>
            <a:r>
              <a:rPr lang="hu-HU" sz="4000" b="1" dirty="0" smtClean="0">
                <a:latin typeface="Arial Black" panose="020B0A04020102020204" pitchFamily="34" charset="0"/>
              </a:rPr>
              <a:t>Csapattagok: </a:t>
            </a:r>
          </a:p>
          <a:p>
            <a:pPr algn="l"/>
            <a:r>
              <a:rPr lang="hu-HU" sz="2800" b="1" dirty="0" smtClean="0">
                <a:latin typeface="Arial Black" panose="020B0A04020102020204" pitchFamily="34" charset="0"/>
              </a:rPr>
              <a:t>Erdő Péter</a:t>
            </a:r>
          </a:p>
          <a:p>
            <a:pPr algn="l"/>
            <a:r>
              <a:rPr lang="hu-HU" sz="2800" b="1" dirty="0" smtClean="0">
                <a:latin typeface="Arial Black" panose="020B0A04020102020204" pitchFamily="34" charset="0"/>
              </a:rPr>
              <a:t>Gál Kristóf</a:t>
            </a:r>
          </a:p>
          <a:p>
            <a:pPr algn="l"/>
            <a:r>
              <a:rPr lang="hu-HU" sz="2800" b="1" dirty="0" smtClean="0">
                <a:latin typeface="Arial Black" panose="020B0A04020102020204" pitchFamily="34" charset="0"/>
              </a:rPr>
              <a:t>Pálinkás-Szabó </a:t>
            </a:r>
            <a:r>
              <a:rPr lang="hu-HU" sz="2800" b="1" dirty="0" smtClean="0">
                <a:latin typeface="Arial Black" panose="020B0A04020102020204" pitchFamily="34" charset="0"/>
              </a:rPr>
              <a:t>Máté</a:t>
            </a:r>
          </a:p>
          <a:p>
            <a:pPr algn="l"/>
            <a:r>
              <a:rPr lang="hu-HU" sz="2800" b="1" dirty="0" smtClean="0">
                <a:latin typeface="Arial Black" panose="020B0A04020102020204" pitchFamily="34" charset="0"/>
              </a:rPr>
              <a:t>Vizi Kornél</a:t>
            </a:r>
            <a:endParaRPr lang="hu-HU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720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905000"/>
          </a:xfrm>
        </p:spPr>
        <p:txBody>
          <a:bodyPr>
            <a:normAutofit/>
          </a:bodyPr>
          <a:lstStyle/>
          <a:p>
            <a:r>
              <a:rPr lang="hu-HU" sz="4800" b="1" dirty="0" smtClean="0">
                <a:latin typeface="Arial Black" panose="020B0A04020102020204" pitchFamily="34" charset="0"/>
                <a:hlinkClick r:id="rId2"/>
              </a:rPr>
              <a:t>9.Évfolyam</a:t>
            </a:r>
            <a:r>
              <a:rPr lang="hu-HU" sz="4800" b="1" dirty="0" smtClean="0">
                <a:latin typeface="Arial Black" panose="020B0A04020102020204" pitchFamily="34" charset="0"/>
              </a:rPr>
              <a:t> projektjei</a:t>
            </a:r>
            <a:endParaRPr lang="hu-HU" sz="4800" b="1" dirty="0">
              <a:latin typeface="Arial Black" panose="020B0A040201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905000"/>
            <a:ext cx="12192000" cy="49530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2400" dirty="0" smtClean="0">
                <a:latin typeface="Arial Black" panose="020B0A04020102020204" pitchFamily="34" charset="0"/>
              </a:rPr>
              <a:t>1.Félév: </a:t>
            </a:r>
            <a:r>
              <a:rPr lang="hu-HU" sz="2400" dirty="0" smtClean="0">
                <a:latin typeface="Arial Black" panose="020B0A04020102020204" pitchFamily="34" charset="0"/>
                <a:cs typeface="Arial" panose="020B0604020202020204" pitchFamily="34" charset="0"/>
              </a:rPr>
              <a:t>Áramkörök és mérések az áramkörben volt a téma. A folyamat során jobban képbe kerültünk a fizika ezen területén.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sz="2400" dirty="0" smtClean="0">
                <a:latin typeface="Arial Black" panose="020B0A04020102020204" pitchFamily="34" charset="0"/>
              </a:rPr>
              <a:t>2.Félév: Számítógép részeivel és a szerelésével megismerkedhettünk. Az interneten látottakat hasznosíthattuk élesben az iskola által Biztosított gépekkel.</a:t>
            </a:r>
            <a:endParaRPr lang="hu-HU" sz="2400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84103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892300"/>
          </a:xfrm>
        </p:spPr>
        <p:txBody>
          <a:bodyPr>
            <a:normAutofit/>
          </a:bodyPr>
          <a:lstStyle/>
          <a:p>
            <a:r>
              <a:rPr lang="hu-HU" sz="4800" b="1" dirty="0" smtClean="0">
                <a:solidFill>
                  <a:schemeClr val="tx1"/>
                </a:solidFill>
                <a:latin typeface="Arial Black" panose="020B0A04020102020204" pitchFamily="34" charset="0"/>
                <a:hlinkClick r:id="rId2"/>
              </a:rPr>
              <a:t>10.Évfolyam</a:t>
            </a:r>
            <a:r>
              <a:rPr lang="hu-HU" sz="4800" b="1" dirty="0" smtClean="0">
                <a:latin typeface="Arial Black" panose="020B0A04020102020204" pitchFamily="34" charset="0"/>
              </a:rPr>
              <a:t> projektjei</a:t>
            </a:r>
            <a:endParaRPr lang="hu-HU" sz="4800" b="1" dirty="0">
              <a:latin typeface="Arial Black" panose="020B0A040201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892300"/>
            <a:ext cx="12191999" cy="4965700"/>
          </a:xfrm>
        </p:spPr>
        <p:txBody>
          <a:bodyPr/>
          <a:lstStyle/>
          <a:p>
            <a:endParaRPr lang="hu-HU" dirty="0" smtClean="0"/>
          </a:p>
          <a:p>
            <a:pPr marL="0" indent="0">
              <a:buNone/>
            </a:pPr>
            <a:endParaRPr lang="hu-HU" sz="2400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hu-HU" sz="2400" dirty="0" smtClean="0">
                <a:latin typeface="Arial Black" panose="020B0A04020102020204" pitchFamily="34" charset="0"/>
              </a:rPr>
              <a:t>1.félév: Hálózatépítés </a:t>
            </a:r>
            <a:r>
              <a:rPr lang="hu-HU" sz="2400" dirty="0" err="1">
                <a:latin typeface="Arial Black" panose="020B0A04020102020204" pitchFamily="34" charset="0"/>
              </a:rPr>
              <a:t>Packet</a:t>
            </a:r>
            <a:r>
              <a:rPr lang="hu-HU" sz="2400" dirty="0">
                <a:latin typeface="Arial Black" panose="020B0A04020102020204" pitchFamily="34" charset="0"/>
              </a:rPr>
              <a:t> </a:t>
            </a:r>
            <a:r>
              <a:rPr lang="hu-HU" sz="2400" dirty="0" err="1">
                <a:latin typeface="Arial Black" panose="020B0A04020102020204" pitchFamily="34" charset="0"/>
              </a:rPr>
              <a:t>Tracerben</a:t>
            </a:r>
            <a:r>
              <a:rPr lang="hu-HU" sz="2400" dirty="0">
                <a:latin typeface="Arial Black" panose="020B0A04020102020204" pitchFamily="34" charset="0"/>
              </a:rPr>
              <a:t>: eszközcímzés és biztonságos elérés megvalósítása, kiegészítve egy kábelválasztó Python-alkalmazással</a:t>
            </a:r>
            <a:endParaRPr lang="hu-HU" sz="2400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hu-HU" sz="2400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r>
              <a:rPr lang="hu-HU" sz="2400" b="1" dirty="0">
                <a:latin typeface="Arial Black" panose="020B0A04020102020204" pitchFamily="34" charset="0"/>
              </a:rPr>
              <a:t>2.félév: </a:t>
            </a:r>
            <a:r>
              <a:rPr lang="hu-HU" sz="2400" dirty="0">
                <a:latin typeface="Arial Black" panose="020B0A04020102020204" pitchFamily="34" charset="0"/>
              </a:rPr>
              <a:t>Biztonságos kisvállalati hálózatmodellezés </a:t>
            </a:r>
            <a:r>
              <a:rPr lang="hu-HU" sz="2400" dirty="0" err="1">
                <a:latin typeface="Arial Black" panose="020B0A04020102020204" pitchFamily="34" charset="0"/>
              </a:rPr>
              <a:t>Packet</a:t>
            </a:r>
            <a:r>
              <a:rPr lang="hu-HU" sz="2400" dirty="0">
                <a:latin typeface="Arial Black" panose="020B0A04020102020204" pitchFamily="34" charset="0"/>
              </a:rPr>
              <a:t> </a:t>
            </a:r>
            <a:r>
              <a:rPr lang="hu-HU" sz="2400" dirty="0" err="1">
                <a:latin typeface="Arial Black" panose="020B0A04020102020204" pitchFamily="34" charset="0"/>
              </a:rPr>
              <a:t>Tracerben</a:t>
            </a:r>
            <a:r>
              <a:rPr lang="hu-HU" sz="2400" dirty="0">
                <a:latin typeface="Arial Black" panose="020B0A04020102020204" pitchFamily="34" charset="0"/>
              </a:rPr>
              <a:t>, SSH eléréssel és egyedi Python alhálózat-kalkulátorra</a:t>
            </a:r>
            <a:endParaRPr lang="hu-HU" sz="2400" b="1" dirty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9735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90700"/>
          </a:xfrm>
        </p:spPr>
        <p:txBody>
          <a:bodyPr>
            <a:normAutofit/>
          </a:bodyPr>
          <a:lstStyle/>
          <a:p>
            <a:r>
              <a:rPr lang="hu-HU" sz="4800" dirty="0" smtClean="0">
                <a:latin typeface="Arial Black" panose="020B0A04020102020204" pitchFamily="34" charset="0"/>
                <a:hlinkClick r:id="rId2"/>
              </a:rPr>
              <a:t>11.Évfolyam</a:t>
            </a:r>
            <a:r>
              <a:rPr lang="hu-HU" sz="4800" dirty="0" smtClean="0">
                <a:latin typeface="Arial Black" panose="020B0A04020102020204" pitchFamily="34" charset="0"/>
              </a:rPr>
              <a:t> projektjei</a:t>
            </a:r>
            <a:endParaRPr lang="hu-HU" sz="4800" dirty="0">
              <a:latin typeface="Arial Black" panose="020B0A040201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790700"/>
            <a:ext cx="12192000" cy="50672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sz="2400" dirty="0">
                <a:latin typeface="Arial Black" panose="020B0A04020102020204" pitchFamily="34" charset="0"/>
              </a:rPr>
              <a:t>1.félév</a:t>
            </a:r>
            <a:r>
              <a:rPr lang="hu-HU" sz="2400" dirty="0" smtClean="0">
                <a:latin typeface="Arial Black" panose="020B0A04020102020204" pitchFamily="34" charset="0"/>
              </a:rPr>
              <a:t>: </a:t>
            </a:r>
            <a:r>
              <a:rPr lang="hu-HU" sz="2400" dirty="0">
                <a:latin typeface="Arial Black" panose="020B0A04020102020204" pitchFamily="34" charset="0"/>
              </a:rPr>
              <a:t>Modern IPv4/IPv6 vállalati hálózat VLAN-alapú védelemmel, biztonságos végpontokkal és strukturált hibakereséssel.</a:t>
            </a:r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2400" dirty="0" smtClean="0">
                <a:latin typeface="Arial Black" panose="020B0A04020102020204" pitchFamily="34" charset="0"/>
              </a:rPr>
              <a:t>2.félév: </a:t>
            </a:r>
            <a:r>
              <a:rPr lang="hu-HU" sz="2400" dirty="0">
                <a:latin typeface="Arial Black" panose="020B0A04020102020204" pitchFamily="34" charset="0"/>
              </a:rPr>
              <a:t>Modern vállalati hálózatterv intelligens vezérléssel, szigorú biztonsággal és hibajavítási </a:t>
            </a:r>
            <a:r>
              <a:rPr lang="hu-HU" sz="2400" dirty="0" err="1" smtClean="0">
                <a:latin typeface="Arial Black" panose="020B0A04020102020204" pitchFamily="34" charset="0"/>
              </a:rPr>
              <a:t>protokollal</a:t>
            </a:r>
            <a:r>
              <a:rPr lang="hu-HU" sz="2400" dirty="0" smtClean="0">
                <a:latin typeface="Arial Black" panose="020B0A04020102020204" pitchFamily="34" charset="0"/>
              </a:rPr>
              <a:t> </a:t>
            </a:r>
            <a:r>
              <a:rPr lang="hu-HU" sz="2400" dirty="0">
                <a:latin typeface="Arial Black" panose="020B0A04020102020204" pitchFamily="34" charset="0"/>
              </a:rPr>
              <a:t>a folyamatos üzemmenetért.</a:t>
            </a:r>
            <a:endParaRPr lang="hu-HU" sz="2400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94617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65300"/>
          </a:xfrm>
        </p:spPr>
        <p:txBody>
          <a:bodyPr>
            <a:normAutofit/>
          </a:bodyPr>
          <a:lstStyle/>
          <a:p>
            <a:r>
              <a:rPr lang="hu-HU" sz="4800" b="1" dirty="0" smtClean="0">
                <a:latin typeface="Arial Black" panose="020B0A04020102020204" pitchFamily="34" charset="0"/>
                <a:hlinkClick r:id="rId2"/>
              </a:rPr>
              <a:t>12.Évfolyam</a:t>
            </a:r>
            <a:r>
              <a:rPr lang="hu-HU" sz="4800" b="1" dirty="0" smtClean="0">
                <a:latin typeface="Arial Black" panose="020B0A04020102020204" pitchFamily="34" charset="0"/>
              </a:rPr>
              <a:t> projektjei</a:t>
            </a:r>
            <a:endParaRPr lang="hu-HU" sz="4800" b="1" dirty="0">
              <a:latin typeface="Arial Black" panose="020B0A04020102020204" pitchFamily="34" charset="0"/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0" y="1765300"/>
            <a:ext cx="12192000" cy="5092699"/>
          </a:xfrm>
        </p:spPr>
        <p:txBody>
          <a:bodyPr/>
          <a:lstStyle/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r>
              <a:rPr lang="hu-HU" sz="2400" dirty="0" smtClean="0">
                <a:latin typeface="Arial Black" panose="020B0A04020102020204" pitchFamily="34" charset="0"/>
              </a:rPr>
              <a:t>1.félév: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sz="2400" dirty="0" smtClean="0">
                <a:latin typeface="Arial Black" panose="020B0A04020102020204" pitchFamily="34" charset="0"/>
              </a:rPr>
              <a:t>2.félév: </a:t>
            </a:r>
            <a:r>
              <a:rPr lang="hu-HU" sz="2400" dirty="0">
                <a:latin typeface="Arial Black" panose="020B0A04020102020204" pitchFamily="34" charset="0"/>
              </a:rPr>
              <a:t>Redundáns hálózat, amely tartalék útvonalakkal és eszközökkel küszöböli ki a meghibásodásokat, miközben </a:t>
            </a:r>
            <a:r>
              <a:rPr lang="hu-HU" sz="2400" dirty="0" err="1">
                <a:latin typeface="Arial Black" panose="020B0A04020102020204" pitchFamily="34" charset="0"/>
              </a:rPr>
              <a:t>Wi</a:t>
            </a:r>
            <a:r>
              <a:rPr lang="hu-HU" sz="2400" dirty="0">
                <a:latin typeface="Arial Black" panose="020B0A04020102020204" pitchFamily="34" charset="0"/>
              </a:rPr>
              <a:t>-Fi elérést is biztosít.</a:t>
            </a:r>
            <a:endParaRPr lang="hu-HU" sz="2400" dirty="0" smtClean="0">
              <a:latin typeface="Arial Black" panose="020B0A04020102020204" pitchFamily="34" charset="0"/>
            </a:endParaRP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 smtClean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098394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zita">
  <a:themeElements>
    <a:clrScheme name="Szit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Szit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zit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TM03457485[[fn=Szita]]</Template>
  <TotalTime>110</TotalTime>
  <Words>145</Words>
  <Application>Microsoft Office PowerPoint</Application>
  <PresentationFormat>Szélesvásznú</PresentationFormat>
  <Paragraphs>40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Century Gothic</vt:lpstr>
      <vt:lpstr>Szita</vt:lpstr>
      <vt:lpstr> Projektmunka összegzés 9-12.évolyamig</vt:lpstr>
      <vt:lpstr>9.Évfolyam projektjei</vt:lpstr>
      <vt:lpstr>10.Évfolyam projektjei</vt:lpstr>
      <vt:lpstr>11.Évfolyam projektjei</vt:lpstr>
      <vt:lpstr>12.Évfolyam projektjei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Projektmunka összegzés</dc:title>
  <dc:creator>diak</dc:creator>
  <cp:lastModifiedBy>diak</cp:lastModifiedBy>
  <cp:revision>26</cp:revision>
  <dcterms:created xsi:type="dcterms:W3CDTF">2026-02-05T09:05:03Z</dcterms:created>
  <dcterms:modified xsi:type="dcterms:W3CDTF">2026-02-12T10:03:54Z</dcterms:modified>
</cp:coreProperties>
</file>